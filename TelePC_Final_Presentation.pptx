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1b55a5c1a44a06" /><Relationship Type="http://schemas.openxmlformats.org/officeDocument/2006/relationships/extended-properties" Target="/docProps/app.xml" Id="R9e92f178073f4f86" /><Relationship Type="http://schemas.openxmlformats.org/officeDocument/2006/relationships/officeDocument" Target="/ppt/presentation.xml" Id="R1d3a9e44da8a46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9f44784d904b40"/>
  </p:sldMasterIdLst>
  <p:notesMasterIdLst>
    <p:notesMasterId xmlns:r="http://schemas.openxmlformats.org/officeDocument/2006/relationships" r:id="Rb8d4e78f35e9433b"/>
  </p:notesMasterIdLst>
  <p:sldIdLst>
    <p:sldId xmlns:r="http://schemas.openxmlformats.org/officeDocument/2006/relationships" id="256" r:id="R871ffeb0ae7a4c04"/>
    <p:sldId xmlns:r="http://schemas.openxmlformats.org/officeDocument/2006/relationships" id="257" r:id="Re403c858db7848a2"/>
    <p:sldId xmlns:r="http://schemas.openxmlformats.org/officeDocument/2006/relationships" id="258" r:id="R68aa4a6faf484c3c"/>
    <p:sldId xmlns:r="http://schemas.openxmlformats.org/officeDocument/2006/relationships" id="259" r:id="Rb2763c7f68564d26"/>
    <p:sldId xmlns:r="http://schemas.openxmlformats.org/officeDocument/2006/relationships" id="260" r:id="R03d5dd4cc9ed4ed2"/>
    <p:sldId xmlns:r="http://schemas.openxmlformats.org/officeDocument/2006/relationships" id="261" r:id="R39993efd58404530"/>
    <p:sldId xmlns:r="http://schemas.openxmlformats.org/officeDocument/2006/relationships" id="262" r:id="Rf38deac8a84f4cb0"/>
    <p:sldId xmlns:r="http://schemas.openxmlformats.org/officeDocument/2006/relationships" id="263" r:id="Rbb8d1d264f8e44fe"/>
    <p:sldId xmlns:r="http://schemas.openxmlformats.org/officeDocument/2006/relationships" id="264" r:id="R90e8edb7a8134779"/>
    <p:sldId xmlns:r="http://schemas.openxmlformats.org/officeDocument/2006/relationships" id="265" r:id="Rd5ca5db83f8f4338"/>
    <p:sldId xmlns:r="http://schemas.openxmlformats.org/officeDocument/2006/relationships" id="266" r:id="Rbaddcf8e2b8d41e2"/>
    <p:sldId xmlns:r="http://schemas.openxmlformats.org/officeDocument/2006/relationships" id="267" r:id="R6f25548bb132468a"/>
    <p:sldId xmlns:r="http://schemas.openxmlformats.org/officeDocument/2006/relationships" id="268" r:id="Rdaa4561023554484"/>
    <p:sldId xmlns:r="http://schemas.openxmlformats.org/officeDocument/2006/relationships" id="269" r:id="R8245daebf22745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1d513c29f848fd" /><Relationship Type="http://schemas.openxmlformats.org/officeDocument/2006/relationships/slideMaster" Target="/ppt/slideMasters/slideMaster1.xml" Id="Rfa9f44784d904b40" /><Relationship Type="http://schemas.openxmlformats.org/officeDocument/2006/relationships/notesMaster" Target="/ppt/notesMasters/notesMaster1.xml" Id="Rb8d4e78f35e9433b" /><Relationship Type="http://schemas.openxmlformats.org/officeDocument/2006/relationships/presProps" Target="/ppt/presProps.xml" Id="R939410f83a2943db" /><Relationship Type="http://schemas.openxmlformats.org/officeDocument/2006/relationships/tableStyles" Target="/ppt/tableStyles.xml" Id="R6f09750d4ad34459" /><Relationship Type="http://schemas.openxmlformats.org/officeDocument/2006/relationships/slide" Target="/ppt/slides/slide1.xml" Id="R871ffeb0ae7a4c04" /><Relationship Type="http://schemas.openxmlformats.org/officeDocument/2006/relationships/slide" Target="/ppt/slides/slide2.xml" Id="Re403c858db7848a2" /><Relationship Type="http://schemas.openxmlformats.org/officeDocument/2006/relationships/slide" Target="/ppt/slides/slide3.xml" Id="R68aa4a6faf484c3c" /><Relationship Type="http://schemas.openxmlformats.org/officeDocument/2006/relationships/slide" Target="/ppt/slides/slide4.xml" Id="Rb2763c7f68564d26" /><Relationship Type="http://schemas.openxmlformats.org/officeDocument/2006/relationships/slide" Target="/ppt/slides/slide5.xml" Id="R03d5dd4cc9ed4ed2" /><Relationship Type="http://schemas.openxmlformats.org/officeDocument/2006/relationships/slide" Target="/ppt/slides/slide6.xml" Id="R39993efd58404530" /><Relationship Type="http://schemas.openxmlformats.org/officeDocument/2006/relationships/slide" Target="/ppt/slides/slide7.xml" Id="Rf38deac8a84f4cb0" /><Relationship Type="http://schemas.openxmlformats.org/officeDocument/2006/relationships/slide" Target="/ppt/slides/slide8.xml" Id="Rbb8d1d264f8e44fe" /><Relationship Type="http://schemas.openxmlformats.org/officeDocument/2006/relationships/slide" Target="/ppt/slides/slide9.xml" Id="R90e8edb7a8134779" /><Relationship Type="http://schemas.openxmlformats.org/officeDocument/2006/relationships/slide" Target="/ppt/slides/slide10.xml" Id="Rd5ca5db83f8f4338" /><Relationship Type="http://schemas.openxmlformats.org/officeDocument/2006/relationships/slide" Target="/ppt/slides/slide11.xml" Id="Rbaddcf8e2b8d41e2" /><Relationship Type="http://schemas.openxmlformats.org/officeDocument/2006/relationships/slide" Target="/ppt/slides/slide12.xml" Id="R6f25548bb132468a" /><Relationship Type="http://schemas.openxmlformats.org/officeDocument/2006/relationships/slide" Target="/ppt/slides/slide13.xml" Id="Rdaa4561023554484" /><Relationship Type="http://schemas.openxmlformats.org/officeDocument/2006/relationships/slide" Target="/ppt/slides/slide14.xml" Id="R8245daebf22745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1be1fec0b74f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6ec9675e054ced" /><Relationship Type="http://schemas.openxmlformats.org/officeDocument/2006/relationships/notesMaster" Target="/ppt/notesMasters/notesMaster1.xml" Id="R43b5a2393c0840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1cb705506c4cda" /><Relationship Type="http://schemas.openxmlformats.org/officeDocument/2006/relationships/notesMaster" Target="/ppt/notesMasters/notesMaster1.xml" Id="Rf481e998d4d747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1dd7a11353490d" /><Relationship Type="http://schemas.openxmlformats.org/officeDocument/2006/relationships/notesMaster" Target="/ppt/notesMasters/notesMaster1.xml" Id="Rffaa1c460b3a43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3c16a9adb8432f" /><Relationship Type="http://schemas.openxmlformats.org/officeDocument/2006/relationships/notesMaster" Target="/ppt/notesMasters/notesMaster1.xml" Id="R7b020b8856ea41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68a9259f354aaf" /><Relationship Type="http://schemas.openxmlformats.org/officeDocument/2006/relationships/notesMaster" Target="/ppt/notesMasters/notesMaster1.xml" Id="R1a7bcd03fec142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31cfb42ac14807" /><Relationship Type="http://schemas.openxmlformats.org/officeDocument/2006/relationships/notesMaster" Target="/ppt/notesMasters/notesMaster1.xml" Id="R87d1771162ff41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5f53664aa240df" /><Relationship Type="http://schemas.openxmlformats.org/officeDocument/2006/relationships/notesMaster" Target="/ppt/notesMasters/notesMaster1.xml" Id="R5ff93d4709ac41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31c8bfb4ed478e" /><Relationship Type="http://schemas.openxmlformats.org/officeDocument/2006/relationships/notesMaster" Target="/ppt/notesMasters/notesMaster1.xml" Id="Rec6a29d154124e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04fc7b8aa845e6" /><Relationship Type="http://schemas.openxmlformats.org/officeDocument/2006/relationships/notesMaster" Target="/ppt/notesMasters/notesMaster1.xml" Id="R7ce27ed3dc2046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274731a2c2411c" /><Relationship Type="http://schemas.openxmlformats.org/officeDocument/2006/relationships/notesMaster" Target="/ppt/notesMasters/notesMaster1.xml" Id="R7c659bb8b9df45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2fb9bd1f564d36" /><Relationship Type="http://schemas.openxmlformats.org/officeDocument/2006/relationships/notesMaster" Target="/ppt/notesMasters/notesMaster1.xml" Id="R249152a1a73448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0475d7b61a4b3c" /><Relationship Type="http://schemas.openxmlformats.org/officeDocument/2006/relationships/notesMaster" Target="/ppt/notesMasters/notesMaster1.xml" Id="Ree077094eb2b47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7c544d4cff4705" /><Relationship Type="http://schemas.openxmlformats.org/officeDocument/2006/relationships/notesMaster" Target="/ppt/notesMasters/notesMaster1.xml" Id="R30f24810000644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107c5408444e4c" /><Relationship Type="http://schemas.openxmlformats.org/officeDocument/2006/relationships/notesMaster" Target="/ppt/notesMasters/notesMaster1.xml" Id="Rdace773f79c140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be8693782e48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b95f9c608040f3" /><Relationship Type="http://schemas.openxmlformats.org/officeDocument/2006/relationships/slideLayout" Target="/ppt/slideLayouts/slideLayout1.xml" Id="R73ba38e6a2e948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ba38e6a2e948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28cceacff49f8" /><Relationship Type="http://schemas.openxmlformats.org/officeDocument/2006/relationships/image" Target="/ppt/media/image.png" Id="Reee87d747dd84acd" /><Relationship Type="http://schemas.openxmlformats.org/officeDocument/2006/relationships/image" Target="/ppt/media/image.svg" Id="R1e514a5a7b81424a" /><Relationship Type="http://schemas.openxmlformats.org/officeDocument/2006/relationships/image" Target="/ppt/media/image2.png" Id="R9204c812b831410a" /><Relationship Type="http://schemas.openxmlformats.org/officeDocument/2006/relationships/image" Target="/ppt/media/image2.svg" Id="R55c63f8d18e947e1" /><Relationship Type="http://schemas.openxmlformats.org/officeDocument/2006/relationships/image" Target="/ppt/media/image3.png" Id="Rd41d8e8648604dab" /><Relationship Type="http://schemas.openxmlformats.org/officeDocument/2006/relationships/image" Target="/ppt/media/image3.svg" Id="R2442682e72864f25" /><Relationship Type="http://schemas.openxmlformats.org/officeDocument/2006/relationships/image" Target="/ppt/media/image4.png" Id="Rcc36d39330dc494b" /><Relationship Type="http://schemas.openxmlformats.org/officeDocument/2006/relationships/image" Target="/ppt/media/image4.svg" Id="Raf08bbbba83848e1" /><Relationship Type="http://schemas.openxmlformats.org/officeDocument/2006/relationships/notesSlide" Target="/ppt/notesSlides/notesSlide1.xml" Id="Rdd41915a6b1646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318cff2664694" /><Relationship Type="http://schemas.openxmlformats.org/officeDocument/2006/relationships/image" Target="/ppt/media/image5.png" Id="Re7e6e3cc783e44cf" /><Relationship Type="http://schemas.openxmlformats.org/officeDocument/2006/relationships/image" Target="/ppt/media/image5.svg" Id="R6daf954b38ba422f" /><Relationship Type="http://schemas.openxmlformats.org/officeDocument/2006/relationships/image" Target="/ppt/media/image6.png" Id="Re5f8dbae89bc4ff7" /><Relationship Type="http://schemas.openxmlformats.org/officeDocument/2006/relationships/image" Target="/ppt/media/image6.svg" Id="R6b44ed79b57f4713" /><Relationship Type="http://schemas.openxmlformats.org/officeDocument/2006/relationships/image" Target="/ppt/media/image7.png" Id="R338d5db2b9cf4fb2" /><Relationship Type="http://schemas.openxmlformats.org/officeDocument/2006/relationships/image" Target="/ppt/media/image7.svg" Id="R09cf080042ff44b9" /><Relationship Type="http://schemas.openxmlformats.org/officeDocument/2006/relationships/image" Target="/ppt/media/image8.png" Id="R5da90ea15bc3474a" /><Relationship Type="http://schemas.openxmlformats.org/officeDocument/2006/relationships/image" Target="/ppt/media/image8.svg" Id="R4d2a8cda8c5445a0" /><Relationship Type="http://schemas.openxmlformats.org/officeDocument/2006/relationships/image" Target="/ppt/media/image9.png" Id="R8a084b383c224227" /><Relationship Type="http://schemas.openxmlformats.org/officeDocument/2006/relationships/image" Target="/ppt/media/image9.svg" Id="Ra2c543e6421f4170" /><Relationship Type="http://schemas.openxmlformats.org/officeDocument/2006/relationships/image" Target="/ppt/media/image10.png" Id="R360bd90ec10d4701" /><Relationship Type="http://schemas.openxmlformats.org/officeDocument/2006/relationships/image" Target="/ppt/media/image10.svg" Id="Rfae4069394d948df" /><Relationship Type="http://schemas.openxmlformats.org/officeDocument/2006/relationships/image" Target="/ppt/media/image11.png" Id="R1b91c0a5773c4ea6" /><Relationship Type="http://schemas.openxmlformats.org/officeDocument/2006/relationships/image" Target="/ppt/media/image11.svg" Id="R081ced021d504553" /><Relationship Type="http://schemas.openxmlformats.org/officeDocument/2006/relationships/image" Target="/ppt/media/image12.png" Id="Re96b34e877b342b6" /><Relationship Type="http://schemas.openxmlformats.org/officeDocument/2006/relationships/image" Target="/ppt/media/image12.svg" Id="Rbf53ee4065054a6b" /><Relationship Type="http://schemas.openxmlformats.org/officeDocument/2006/relationships/image" Target="/ppt/media/image13.png" Id="R6881f34f1fa44be4" /><Relationship Type="http://schemas.openxmlformats.org/officeDocument/2006/relationships/image" Target="/ppt/media/image13.svg" Id="R2eb9bcbbe1c74ede" /><Relationship Type="http://schemas.openxmlformats.org/officeDocument/2006/relationships/image" Target="/ppt/media/image14.png" Id="R406ac717b2e9480c" /><Relationship Type="http://schemas.openxmlformats.org/officeDocument/2006/relationships/image" Target="/ppt/media/image14.svg" Id="Rd0ad2bdd045e4fd4" /><Relationship Type="http://schemas.openxmlformats.org/officeDocument/2006/relationships/image" Target="/ppt/media/image15.png" Id="R6cf0d45d09024623" /><Relationship Type="http://schemas.openxmlformats.org/officeDocument/2006/relationships/image" Target="/ppt/media/image15.svg" Id="R14c24e1aa6f34246" /><Relationship Type="http://schemas.openxmlformats.org/officeDocument/2006/relationships/notesSlide" Target="/ppt/notesSlides/notesSlide2.xml" Id="R54cf6aee2eaf4b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674a760a944db" /><Relationship Type="http://schemas.openxmlformats.org/officeDocument/2006/relationships/image" Target="/ppt/media/image16.png" Id="Rbd66c07373264fae" /><Relationship Type="http://schemas.openxmlformats.org/officeDocument/2006/relationships/image" Target="/ppt/media/image16.svg" Id="R56bd5d12270545a0" /><Relationship Type="http://schemas.openxmlformats.org/officeDocument/2006/relationships/image" Target="/ppt/media/image17.png" Id="R4da4a42daefa43e4" /><Relationship Type="http://schemas.openxmlformats.org/officeDocument/2006/relationships/image" Target="/ppt/media/image17.svg" Id="R8000cc39de0c4f84" /><Relationship Type="http://schemas.openxmlformats.org/officeDocument/2006/relationships/image" Target="/ppt/media/image18.png" Id="R98c1f4b7f64543bb" /><Relationship Type="http://schemas.openxmlformats.org/officeDocument/2006/relationships/image" Target="/ppt/media/image18.svg" Id="R0ccd273d07284fe3" /><Relationship Type="http://schemas.openxmlformats.org/officeDocument/2006/relationships/image" Target="/ppt/media/image19.png" Id="R418aa8b4fd134075" /><Relationship Type="http://schemas.openxmlformats.org/officeDocument/2006/relationships/image" Target="/ppt/media/image19.svg" Id="R96d0bbdd95e74bd4" /><Relationship Type="http://schemas.openxmlformats.org/officeDocument/2006/relationships/image" Target="/ppt/media/image20.png" Id="R0e876e4215754eb2" /><Relationship Type="http://schemas.openxmlformats.org/officeDocument/2006/relationships/image" Target="/ppt/media/image20.svg" Id="R2f77ea9c62a14b6a" /><Relationship Type="http://schemas.openxmlformats.org/officeDocument/2006/relationships/image" Target="/ppt/media/image21.png" Id="R4380f46d32fe4466" /><Relationship Type="http://schemas.openxmlformats.org/officeDocument/2006/relationships/image" Target="/ppt/media/image21.svg" Id="R8ce66bd452b345c5" /><Relationship Type="http://schemas.openxmlformats.org/officeDocument/2006/relationships/notesSlide" Target="/ppt/notesSlides/notesSlide3.xml" Id="Rb0559fa007214b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335440f83493c" /><Relationship Type="http://schemas.openxmlformats.org/officeDocument/2006/relationships/image" Target="/ppt/media/image22.png" Id="R0ec1f1cc6ad34b3e" /><Relationship Type="http://schemas.openxmlformats.org/officeDocument/2006/relationships/image" Target="/ppt/media/image22.svg" Id="R8b0e6a5f110d42a0" /><Relationship Type="http://schemas.openxmlformats.org/officeDocument/2006/relationships/image" Target="/ppt/media/image23.png" Id="R8ff05f1a3f0440a2" /><Relationship Type="http://schemas.openxmlformats.org/officeDocument/2006/relationships/image" Target="/ppt/media/image23.svg" Id="R3382f4ac10f041f9" /><Relationship Type="http://schemas.openxmlformats.org/officeDocument/2006/relationships/image" Target="/ppt/media/image24.png" Id="Re69e3c5b04074ce4" /><Relationship Type="http://schemas.openxmlformats.org/officeDocument/2006/relationships/image" Target="/ppt/media/image24.svg" Id="R69cc9ddcbe7c45c1" /><Relationship Type="http://schemas.openxmlformats.org/officeDocument/2006/relationships/image" Target="/ppt/media/image25.png" Id="Re6eaf8f879a24683" /><Relationship Type="http://schemas.openxmlformats.org/officeDocument/2006/relationships/image" Target="/ppt/media/image25.svg" Id="R33e63457a4cc43b7" /><Relationship Type="http://schemas.openxmlformats.org/officeDocument/2006/relationships/image" Target="/ppt/media/image26.png" Id="R40161c4d0c734769" /><Relationship Type="http://schemas.openxmlformats.org/officeDocument/2006/relationships/image" Target="/ppt/media/image26.svg" Id="Rc3d13cce470d4003" /><Relationship Type="http://schemas.openxmlformats.org/officeDocument/2006/relationships/image" Target="/ppt/media/image27.png" Id="Rca45d55c745d48e8" /><Relationship Type="http://schemas.openxmlformats.org/officeDocument/2006/relationships/image" Target="/ppt/media/image27.svg" Id="Rbbb1aaa91c814dc0" /><Relationship Type="http://schemas.openxmlformats.org/officeDocument/2006/relationships/image" Target="/ppt/media/image28.png" Id="R46c8bd0ed1574e5a" /><Relationship Type="http://schemas.openxmlformats.org/officeDocument/2006/relationships/image" Target="/ppt/media/image28.svg" Id="Rdbe740494a3a472f" /><Relationship Type="http://schemas.openxmlformats.org/officeDocument/2006/relationships/notesSlide" Target="/ppt/notesSlides/notesSlide4.xml" Id="R0ce02a19cc1b41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a8ebb82ca4f29" /><Relationship Type="http://schemas.openxmlformats.org/officeDocument/2006/relationships/image" Target="/ppt/media/image29.png" Id="Rd6e7f0a3c3cc4387" /><Relationship Type="http://schemas.openxmlformats.org/officeDocument/2006/relationships/image" Target="/ppt/media/image29.svg" Id="R57d2a0bb905a4d82" /><Relationship Type="http://schemas.openxmlformats.org/officeDocument/2006/relationships/image" Target="/ppt/media/image30.png" Id="R87a5c47da0ec4546" /><Relationship Type="http://schemas.openxmlformats.org/officeDocument/2006/relationships/image" Target="/ppt/media/image30.svg" Id="R18bafd43c9fd45b5" /><Relationship Type="http://schemas.openxmlformats.org/officeDocument/2006/relationships/image" Target="/ppt/media/image31.png" Id="R4313a9fd2a454ea6" /><Relationship Type="http://schemas.openxmlformats.org/officeDocument/2006/relationships/image" Target="/ppt/media/image31.svg" Id="R8237f49f4caf4cd0" /><Relationship Type="http://schemas.openxmlformats.org/officeDocument/2006/relationships/image" Target="/ppt/media/image32.png" Id="Rd67093095ff6488a" /><Relationship Type="http://schemas.openxmlformats.org/officeDocument/2006/relationships/image" Target="/ppt/media/image32.svg" Id="Rc08499a70685422b" /><Relationship Type="http://schemas.openxmlformats.org/officeDocument/2006/relationships/image" Target="/ppt/media/image33.png" Id="R3801b76c53274eea" /><Relationship Type="http://schemas.openxmlformats.org/officeDocument/2006/relationships/image" Target="/ppt/media/image33.svg" Id="R132946ff8f5d41f7" /><Relationship Type="http://schemas.openxmlformats.org/officeDocument/2006/relationships/notesSlide" Target="/ppt/notesSlides/notesSlide5.xml" Id="Rf8aca1c401ce45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7b00191894424" /><Relationship Type="http://schemas.openxmlformats.org/officeDocument/2006/relationships/image" Target="/ppt/media/image34.png" Id="Rb5089005512b4e9f" /><Relationship Type="http://schemas.openxmlformats.org/officeDocument/2006/relationships/image" Target="/ppt/media/image34.svg" Id="Rc0f2d6694cec4270" /><Relationship Type="http://schemas.openxmlformats.org/officeDocument/2006/relationships/image" Target="/ppt/media/image35.png" Id="Rb41b4c7eb7ca4e7f" /><Relationship Type="http://schemas.openxmlformats.org/officeDocument/2006/relationships/image" Target="/ppt/media/image35.svg" Id="R1db7f229526f4d5e" /><Relationship Type="http://schemas.openxmlformats.org/officeDocument/2006/relationships/image" Target="/ppt/media/image36.png" Id="Ra72f3ee56f4c4838" /><Relationship Type="http://schemas.openxmlformats.org/officeDocument/2006/relationships/image" Target="/ppt/media/image36.svg" Id="Ree8e12916a634691" /><Relationship Type="http://schemas.openxmlformats.org/officeDocument/2006/relationships/image" Target="/ppt/media/image37.png" Id="Re0a45ddc726a45ee" /><Relationship Type="http://schemas.openxmlformats.org/officeDocument/2006/relationships/image" Target="/ppt/media/image37.svg" Id="Rcb639d24ad8842dd" /><Relationship Type="http://schemas.openxmlformats.org/officeDocument/2006/relationships/notesSlide" Target="/ppt/notesSlides/notesSlide6.xml" Id="R7220123e116248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6e9a5e0e64802" /><Relationship Type="http://schemas.openxmlformats.org/officeDocument/2006/relationships/image" Target="/ppt/media/image38.png" Id="R1dc1faf0de5c46fb" /><Relationship Type="http://schemas.openxmlformats.org/officeDocument/2006/relationships/image" Target="/ppt/media/image38.svg" Id="Rf3c21573d49947ad" /><Relationship Type="http://schemas.openxmlformats.org/officeDocument/2006/relationships/image" Target="/ppt/media/image39.png" Id="R22715051f0b94e5d" /><Relationship Type="http://schemas.openxmlformats.org/officeDocument/2006/relationships/image" Target="/ppt/media/image39.svg" Id="R07aa13e720da4f1d" /><Relationship Type="http://schemas.openxmlformats.org/officeDocument/2006/relationships/image" Target="/ppt/media/image40.png" Id="R47fb5ff2f1d44f81" /><Relationship Type="http://schemas.openxmlformats.org/officeDocument/2006/relationships/image" Target="/ppt/media/image40.svg" Id="R121f8f3ba6dd41de" /><Relationship Type="http://schemas.openxmlformats.org/officeDocument/2006/relationships/image" Target="/ppt/media/image41.png" Id="R004d92553a6b43ee" /><Relationship Type="http://schemas.openxmlformats.org/officeDocument/2006/relationships/image" Target="/ppt/media/image41.svg" Id="Rb3b644fdc9184140" /><Relationship Type="http://schemas.openxmlformats.org/officeDocument/2006/relationships/image" Target="/ppt/media/image42.png" Id="R7c940f7fb8b04a1e" /><Relationship Type="http://schemas.openxmlformats.org/officeDocument/2006/relationships/image" Target="/ppt/media/image42.svg" Id="Rdebf480b36c24e49" /><Relationship Type="http://schemas.openxmlformats.org/officeDocument/2006/relationships/image" Target="/ppt/media/image43.png" Id="R426dce92b0b84055" /><Relationship Type="http://schemas.openxmlformats.org/officeDocument/2006/relationships/image" Target="/ppt/media/image43.svg" Id="Rbf744aa2e3c5478c" /><Relationship Type="http://schemas.openxmlformats.org/officeDocument/2006/relationships/notesSlide" Target="/ppt/notesSlides/notesSlide7.xml" Id="R3273f58b101b43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4f06e68d84b49" /><Relationship Type="http://schemas.openxmlformats.org/officeDocument/2006/relationships/image" Target="/ppt/media/image44.png" Id="R40000094fa264047" /><Relationship Type="http://schemas.openxmlformats.org/officeDocument/2006/relationships/image" Target="/ppt/media/image44.svg" Id="R97b0ec052da94fb7" /><Relationship Type="http://schemas.openxmlformats.org/officeDocument/2006/relationships/image" Target="/ppt/media/image45.png" Id="Rdcd9809887b14962" /><Relationship Type="http://schemas.openxmlformats.org/officeDocument/2006/relationships/image" Target="/ppt/media/image45.svg" Id="Rbcd902ba8fd743c6" /><Relationship Type="http://schemas.openxmlformats.org/officeDocument/2006/relationships/image" Target="/ppt/media/image46.png" Id="R6eea70eb6cf849ba" /><Relationship Type="http://schemas.openxmlformats.org/officeDocument/2006/relationships/image" Target="/ppt/media/image46.svg" Id="R619c386302d84bdd" /><Relationship Type="http://schemas.openxmlformats.org/officeDocument/2006/relationships/image" Target="/ppt/media/image47.png" Id="R53cec60ed72d4e28" /><Relationship Type="http://schemas.openxmlformats.org/officeDocument/2006/relationships/image" Target="/ppt/media/image47.svg" Id="R59d1767e61744278" /><Relationship Type="http://schemas.openxmlformats.org/officeDocument/2006/relationships/image" Target="/ppt/media/image48.png" Id="R0250eb9b768c4795" /><Relationship Type="http://schemas.openxmlformats.org/officeDocument/2006/relationships/image" Target="/ppt/media/image48.svg" Id="R706fb094d1d445de" /><Relationship Type="http://schemas.openxmlformats.org/officeDocument/2006/relationships/image" Target="/ppt/media/image49.png" Id="Rd77cb839a4cb487f" /><Relationship Type="http://schemas.openxmlformats.org/officeDocument/2006/relationships/image" Target="/ppt/media/image49.svg" Id="R599d10ee04c84074" /><Relationship Type="http://schemas.openxmlformats.org/officeDocument/2006/relationships/image" Target="/ppt/media/image50.png" Id="R1c4daf04de814e60" /><Relationship Type="http://schemas.openxmlformats.org/officeDocument/2006/relationships/image" Target="/ppt/media/image50.svg" Id="R3142b85244d04b87" /><Relationship Type="http://schemas.openxmlformats.org/officeDocument/2006/relationships/image" Target="/ppt/media/image51.png" Id="R9ee67ed8265d4a12" /><Relationship Type="http://schemas.openxmlformats.org/officeDocument/2006/relationships/image" Target="/ppt/media/image51.svg" Id="Rbc2a63e62cb44acb" /><Relationship Type="http://schemas.openxmlformats.org/officeDocument/2006/relationships/image" Target="/ppt/media/image52.png" Id="R393cda480fff4996" /><Relationship Type="http://schemas.openxmlformats.org/officeDocument/2006/relationships/image" Target="/ppt/media/image52.svg" Id="Rf34e71272c1f4305" /><Relationship Type="http://schemas.openxmlformats.org/officeDocument/2006/relationships/notesSlide" Target="/ppt/notesSlides/notesSlide8.xml" Id="Rac4d90d5262440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b25c758ea43bf" /><Relationship Type="http://schemas.openxmlformats.org/officeDocument/2006/relationships/image" Target="/ppt/media/image53.png" Id="R919b4b4f7f9f401d" /><Relationship Type="http://schemas.openxmlformats.org/officeDocument/2006/relationships/image" Target="/ppt/media/image53.svg" Id="Rd6b2a2a065e648be" /><Relationship Type="http://schemas.openxmlformats.org/officeDocument/2006/relationships/image" Target="/ppt/media/image54.png" Id="R39828c36fe8a404e" /><Relationship Type="http://schemas.openxmlformats.org/officeDocument/2006/relationships/image" Target="/ppt/media/image54.svg" Id="Ra1e5e1e69199424a" /><Relationship Type="http://schemas.openxmlformats.org/officeDocument/2006/relationships/notesSlide" Target="/ppt/notesSlides/notesSlide9.xml" Id="Ra69f2b2a6d2144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26335fade44f5" /><Relationship Type="http://schemas.openxmlformats.org/officeDocument/2006/relationships/image" Target="/ppt/media/image55.png" Id="Rfae8163d3b9642fb" /><Relationship Type="http://schemas.openxmlformats.org/officeDocument/2006/relationships/image" Target="/ppt/media/image55.svg" Id="Rc02c19a11ecc4545" /><Relationship Type="http://schemas.openxmlformats.org/officeDocument/2006/relationships/image" Target="/ppt/media/image56.png" Id="Rac030032b5724369" /><Relationship Type="http://schemas.openxmlformats.org/officeDocument/2006/relationships/image" Target="/ppt/media/image56.svg" Id="R176ad6064804491e" /><Relationship Type="http://schemas.openxmlformats.org/officeDocument/2006/relationships/image" Target="/ppt/media/image57.png" Id="R0216cdc1eca24479" /><Relationship Type="http://schemas.openxmlformats.org/officeDocument/2006/relationships/image" Target="/ppt/media/image57.svg" Id="R7850e11752054674" /><Relationship Type="http://schemas.openxmlformats.org/officeDocument/2006/relationships/image" Target="/ppt/media/image58.png" Id="R3586d51fce2842ca" /><Relationship Type="http://schemas.openxmlformats.org/officeDocument/2006/relationships/image" Target="/ppt/media/image58.svg" Id="R0ada97fc25684097" /><Relationship Type="http://schemas.openxmlformats.org/officeDocument/2006/relationships/image" Target="/ppt/media/image59.png" Id="R39a9135f32c44097" /><Relationship Type="http://schemas.openxmlformats.org/officeDocument/2006/relationships/image" Target="/ppt/media/image59.svg" Id="R57935cc60a2446fa" /><Relationship Type="http://schemas.openxmlformats.org/officeDocument/2006/relationships/image" Target="/ppt/media/image60.png" Id="Rc1bca2c9e0e74613" /><Relationship Type="http://schemas.openxmlformats.org/officeDocument/2006/relationships/image" Target="/ppt/media/image60.svg" Id="Rcbe278f070e14956" /><Relationship Type="http://schemas.openxmlformats.org/officeDocument/2006/relationships/image" Target="/ppt/media/image61.png" Id="R6c3bc7aa799c4faf" /><Relationship Type="http://schemas.openxmlformats.org/officeDocument/2006/relationships/image" Target="/ppt/media/image61.svg" Id="R5ecb5d91bdf34c9e" /><Relationship Type="http://schemas.openxmlformats.org/officeDocument/2006/relationships/image" Target="/ppt/media/image62.png" Id="Ra53b0167b92d4887" /><Relationship Type="http://schemas.openxmlformats.org/officeDocument/2006/relationships/image" Target="/ppt/media/image62.svg" Id="Rbfb5a83e5a334fce" /><Relationship Type="http://schemas.openxmlformats.org/officeDocument/2006/relationships/image" Target="/ppt/media/image63.png" Id="R4177486acd4c4cd4" /><Relationship Type="http://schemas.openxmlformats.org/officeDocument/2006/relationships/image" Target="/ppt/media/image63.svg" Id="R6c69f39052de45f5" /><Relationship Type="http://schemas.openxmlformats.org/officeDocument/2006/relationships/notesSlide" Target="/ppt/notesSlides/notesSlide10.xml" Id="Rc98e685b0d154b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dac8cd9804ea9" /><Relationship Type="http://schemas.openxmlformats.org/officeDocument/2006/relationships/image" Target="/ppt/media/image64.png" Id="R7fbd55cccb824cb9" /><Relationship Type="http://schemas.openxmlformats.org/officeDocument/2006/relationships/image" Target="/ppt/media/image64.svg" Id="Rb085ad9c56da4ae2" /><Relationship Type="http://schemas.openxmlformats.org/officeDocument/2006/relationships/image" Target="/ppt/media/image65.png" Id="R64952cca5a9c4e72" /><Relationship Type="http://schemas.openxmlformats.org/officeDocument/2006/relationships/image" Target="/ppt/media/image65.svg" Id="R4718520f5b5c4fb3" /><Relationship Type="http://schemas.openxmlformats.org/officeDocument/2006/relationships/image" Target="/ppt/media/image66.png" Id="R0b00e8fd78274282" /><Relationship Type="http://schemas.openxmlformats.org/officeDocument/2006/relationships/image" Target="/ppt/media/image66.svg" Id="R00267ade7c814169" /><Relationship Type="http://schemas.openxmlformats.org/officeDocument/2006/relationships/image" Target="/ppt/media/image67.png" Id="R62c6dacbe5f14a50" /><Relationship Type="http://schemas.openxmlformats.org/officeDocument/2006/relationships/image" Target="/ppt/media/image67.svg" Id="R9759e044180c46be" /><Relationship Type="http://schemas.openxmlformats.org/officeDocument/2006/relationships/image" Target="/ppt/media/image68.png" Id="Rbd9029d01cc54541" /><Relationship Type="http://schemas.openxmlformats.org/officeDocument/2006/relationships/image" Target="/ppt/media/image68.svg" Id="R2999d6a211ed449a" /><Relationship Type="http://schemas.openxmlformats.org/officeDocument/2006/relationships/image" Target="/ppt/media/image69.png" Id="R1d2b4ada90c64d79" /><Relationship Type="http://schemas.openxmlformats.org/officeDocument/2006/relationships/image" Target="/ppt/media/image69.svg" Id="Ra07ee2e743064505" /><Relationship Type="http://schemas.openxmlformats.org/officeDocument/2006/relationships/image" Target="/ppt/media/image70.png" Id="Ra3e201254e6f4953" /><Relationship Type="http://schemas.openxmlformats.org/officeDocument/2006/relationships/image" Target="/ppt/media/image70.svg" Id="Rad22f03f28b6466f" /><Relationship Type="http://schemas.openxmlformats.org/officeDocument/2006/relationships/image" Target="/ppt/media/image71.png" Id="R562c239a815b4d5e" /><Relationship Type="http://schemas.openxmlformats.org/officeDocument/2006/relationships/image" Target="/ppt/media/image71.svg" Id="Ra298ce3e87774e20" /><Relationship Type="http://schemas.openxmlformats.org/officeDocument/2006/relationships/image" Target="/ppt/media/image72.png" Id="Re50e6ef05ad54439" /><Relationship Type="http://schemas.openxmlformats.org/officeDocument/2006/relationships/image" Target="/ppt/media/image72.svg" Id="R33e2fb3b2e7f4eec" /><Relationship Type="http://schemas.openxmlformats.org/officeDocument/2006/relationships/notesSlide" Target="/ppt/notesSlides/notesSlide11.xml" Id="Rb9fc9c7daa064e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0db02f2864111" /><Relationship Type="http://schemas.openxmlformats.org/officeDocument/2006/relationships/image" Target="/ppt/media/image73.png" Id="R7e9d7cb57ac84911" /><Relationship Type="http://schemas.openxmlformats.org/officeDocument/2006/relationships/image" Target="/ppt/media/image73.svg" Id="Rc55881b2c7d4417a" /><Relationship Type="http://schemas.openxmlformats.org/officeDocument/2006/relationships/image" Target="/ppt/media/image74.png" Id="R2fb7c45c51ca4841" /><Relationship Type="http://schemas.openxmlformats.org/officeDocument/2006/relationships/image" Target="/ppt/media/image74.svg" Id="Rad7b4b4587ba456e" /><Relationship Type="http://schemas.openxmlformats.org/officeDocument/2006/relationships/image" Target="/ppt/media/image75.png" Id="R387dae54668a4b0f" /><Relationship Type="http://schemas.openxmlformats.org/officeDocument/2006/relationships/image" Target="/ppt/media/image75.svg" Id="Rb6d9dc3ec65c43a0" /><Relationship Type="http://schemas.openxmlformats.org/officeDocument/2006/relationships/image" Target="/ppt/media/image76.png" Id="R31800fe3c4f64902" /><Relationship Type="http://schemas.openxmlformats.org/officeDocument/2006/relationships/image" Target="/ppt/media/image76.svg" Id="R51b7a772fddb40a7" /><Relationship Type="http://schemas.openxmlformats.org/officeDocument/2006/relationships/notesSlide" Target="/ppt/notesSlides/notesSlide12.xml" Id="R86f0f3a679d14b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92d175d0a4a13" /><Relationship Type="http://schemas.openxmlformats.org/officeDocument/2006/relationships/image" Target="/ppt/media/image77.png" Id="R4fddf57cb15c422f" /><Relationship Type="http://schemas.openxmlformats.org/officeDocument/2006/relationships/image" Target="/ppt/media/image77.svg" Id="Rd5afa32ae1e743db" /><Relationship Type="http://schemas.openxmlformats.org/officeDocument/2006/relationships/image" Target="/ppt/media/image78.png" Id="Rb3ae2ca1be2b4cf4" /><Relationship Type="http://schemas.openxmlformats.org/officeDocument/2006/relationships/image" Target="/ppt/media/image78.svg" Id="Rc15068021ba84db1" /><Relationship Type="http://schemas.openxmlformats.org/officeDocument/2006/relationships/image" Target="/ppt/media/image79.png" Id="Re88fd891a2394ba1" /><Relationship Type="http://schemas.openxmlformats.org/officeDocument/2006/relationships/image" Target="/ppt/media/image79.svg" Id="R70d1400ece5e4dfe" /><Relationship Type="http://schemas.openxmlformats.org/officeDocument/2006/relationships/image" Target="/ppt/media/image80.png" Id="R17dcc396e84b4555" /><Relationship Type="http://schemas.openxmlformats.org/officeDocument/2006/relationships/image" Target="/ppt/media/image80.svg" Id="R17e867e8a36e4399" /><Relationship Type="http://schemas.openxmlformats.org/officeDocument/2006/relationships/image" Target="/ppt/media/image81.png" Id="R93771ade39904861" /><Relationship Type="http://schemas.openxmlformats.org/officeDocument/2006/relationships/image" Target="/ppt/media/image81.svg" Id="Ra5aa11090e67436c" /><Relationship Type="http://schemas.openxmlformats.org/officeDocument/2006/relationships/image" Target="/ppt/media/image82.png" Id="Rd2dbbb1d8a9e4413" /><Relationship Type="http://schemas.openxmlformats.org/officeDocument/2006/relationships/image" Target="/ppt/media/image82.svg" Id="R14f131ef7b004556" /><Relationship Type="http://schemas.openxmlformats.org/officeDocument/2006/relationships/notesSlide" Target="/ppt/notesSlides/notesSlide13.xml" Id="Rc9e7f3755a074e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5f69d69e64e9f" /><Relationship Type="http://schemas.openxmlformats.org/officeDocument/2006/relationships/image" Target="/ppt/media/image83.png" Id="Rf983cfe8ce584d0c" /><Relationship Type="http://schemas.openxmlformats.org/officeDocument/2006/relationships/image" Target="/ppt/media/image83.svg" Id="Rbad87f2df76944a4" /><Relationship Type="http://schemas.openxmlformats.org/officeDocument/2006/relationships/image" Target="/ppt/media/image84.png" Id="Rb372acf370464983" /><Relationship Type="http://schemas.openxmlformats.org/officeDocument/2006/relationships/image" Target="/ppt/media/image84.svg" Id="R4744341aff434bd6" /><Relationship Type="http://schemas.openxmlformats.org/officeDocument/2006/relationships/image" Target="/ppt/media/image85.png" Id="R80481a9edb8148a6" /><Relationship Type="http://schemas.openxmlformats.org/officeDocument/2006/relationships/image" Target="/ppt/media/image85.svg" Id="R2380e705e64a4332" /><Relationship Type="http://schemas.openxmlformats.org/officeDocument/2006/relationships/image" Target="/ppt/media/image86.png" Id="R5f123fff0ceb469b" /><Relationship Type="http://schemas.openxmlformats.org/officeDocument/2006/relationships/image" Target="/ppt/media/image86.svg" Id="Ree708168aeb647c4" /><Relationship Type="http://schemas.openxmlformats.org/officeDocument/2006/relationships/image" Target="/ppt/media/image87.png" Id="R61561db6cd474365" /><Relationship Type="http://schemas.openxmlformats.org/officeDocument/2006/relationships/image" Target="/ppt/media/image87.svg" Id="R519ef2f3b4e04b89" /><Relationship Type="http://schemas.openxmlformats.org/officeDocument/2006/relationships/notesSlide" Target="/ppt/notesSlides/notesSlide14.xml" Id="R3b71315815b642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493DC5-27A2-4127-832F-7E4B58DA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94479-8517-4F10-A765-8D885974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A45"/>
          </a:solidFill>
          <a:ln xmlns:a="http://schemas.openxmlformats.org/drawingml/2006/main" w="19050">
            <a:solidFill>
              <a:srgbClr val="00A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29C39-72A5-4208-8A93-3DA4C331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314450"/>
            <a:ext cx="2324100" cy="2324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F4A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BBED5-9C4B-4AAC-A76C-153B3318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904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CC"/>
          </a:solidFill>
          <a:ln xmlns:a="http://schemas.openxmlformats.org/drawingml/2006/main" w="0">
            <a:solidFill>
              <a:srgbClr val="00A8CC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87d747dd84acd">
            <a:extLst>
              <a:ext uri="{96DAC541-7B7A-43D3-8B79-37D633B846F1}">
                <asvg:svgBlip xmlns:asvg="http://schemas.microsoft.com/office/drawing/2016/SVG/main" r:embed="R1e514a5a7b8142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20150" y="1762125"/>
            <a:ext cx="952500" cy="9525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4c812b831410a">
            <a:extLst>
              <a:ext uri="{96DAC541-7B7A-43D3-8B79-37D633B846F1}">
                <asvg:svgBlip xmlns:asvg="http://schemas.microsoft.com/office/drawing/2016/SVG/main" r:embed="R55c63f8d18e947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77425" y="2000250"/>
            <a:ext cx="514350" cy="5143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d8e8648604dab">
            <a:extLst>
              <a:ext uri="{96DAC541-7B7A-43D3-8B79-37D633B846F1}">
                <asvg:svgBlip xmlns:asvg="http://schemas.microsoft.com/office/drawing/2016/SVG/main" r:embed="R2442682e72864f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82125" y="28384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150F6-7111-4208-8DA8-73AFB708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619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TELEPC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3F138-607E-440C-8D5C-F6CD51FA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619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Ứng dụng web điều khiển máy tính từ xa</a:t>
            </a:r>
          </a:p>
          <a:p xmlns:a="http://schemas.openxmlformats.org/drawingml/2006/main">
            <a:pPr algn="l">
              <a:defRPr sz="210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trong phòng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935AB-32F9-4F26-AE2F-2B17B9C5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647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Kết nối rõ ràng • Đồng thuận tại máy Client • Truy vết đầy đủ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3BF5C-864B-4436-BEBD-9523BB4F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8D8F4-F47E-418C-B754-D0DBC2D3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95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THÀNH VIÊN  …………………………………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F3AF7-CDC2-4476-88A2-A16D364F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571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MSSV  …………………………    |    LỚP  …………………………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0D7A7-30D4-4688-A572-04122643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5049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D5F3">
              <a:alpha val="12549"/>
            </a:srgbClr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6d39330dc494b">
            <a:extLst>
              <a:ext uri="{96DAC541-7B7A-43D3-8B79-37D633B846F1}">
                <asvg:svgBlip xmlns:asvg="http://schemas.microsoft.com/office/drawing/2016/SVG/main" r:embed="Raf08bbbba83848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9150" y="54578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54EA9-3C0F-494E-8F83-250F643E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483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FINAL DEFENSE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6FC6D-9C91-4853-8BC5-F242E85E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388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5369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359DE6-5EEF-458A-A883-3B06760F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721AE-3B29-4E7B-9B6D-84AD3E0D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TELEPC • ĐỒ ÁN TỐT NGHIỆP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D6EC2-CEFA-4660-AFC4-B0BBEA9E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Phòng lab cần hỗ trợ nhanh mà không mất kiểm soát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16FE0-5812-4900-8281-47302E9F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9A8D1-3744-436E-8284-3F304397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388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8EA2E-C56F-4455-8B35-3124971A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19125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E3187-0662-40FA-9CEF-665BA606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PHÒNG MÁY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D7DEE-0894-4749-B525-CC859E73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19050">
            <a:solidFill>
              <a:srgbClr val="2B4A66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6e3cc783e44cf">
            <a:extLst>
              <a:ext uri="{96DAC541-7B7A-43D3-8B79-37D633B846F1}">
                <asvg:svgBlip xmlns:asvg="http://schemas.microsoft.com/office/drawing/2016/SVG/main" r:embed="R6daf954b38ba42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04925" y="25146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1E3C1-44C1-4D48-81C9-CB6DF906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AE09C-80A5-439A-B444-5DDE2D5B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9A6AA-B6EE-488D-9D29-89EF046C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81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19050">
            <a:solidFill>
              <a:srgbClr val="2B4A66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8dbae89bc4ff7">
            <a:extLst>
              <a:ext uri="{96DAC541-7B7A-43D3-8B79-37D633B846F1}">
                <asvg:svgBlip xmlns:asvg="http://schemas.microsoft.com/office/drawing/2016/SVG/main" r:embed="R6b44ed79b57f47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86050" y="25146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96D5F-DF62-4CBE-A9E8-8DE24272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86100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4D412-8268-4929-AFFF-2716E50F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23850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03A3B-5170-43EF-B245-89B232A4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19050">
            <a:solidFill>
              <a:srgbClr val="FF6577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d5db2b9cf4fb2">
            <a:extLst>
              <a:ext uri="{96DAC541-7B7A-43D3-8B79-37D633B846F1}">
                <asvg:svgBlip xmlns:asvg="http://schemas.microsoft.com/office/drawing/2016/SVG/main" r:embed="R09cf080042ff44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67175" y="25146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AFE62-72B7-4457-9769-E8297F25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86100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80CFE8-1062-4C7F-913D-AD5B61D7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3850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3E2DF4-17AB-47EC-88B9-B0809AA5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81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19050">
            <a:solidFill>
              <a:srgbClr val="2B4A66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90ea15bc3474a">
            <a:extLst>
              <a:ext uri="{96DAC541-7B7A-43D3-8B79-37D633B846F1}">
                <asvg:svgBlip xmlns:asvg="http://schemas.microsoft.com/office/drawing/2016/SVG/main" r:embed="R4d2a8cda8c5445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48300" y="25146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9FC0C4-9038-463F-B7F9-FA035B13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86100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30E29-6822-4245-BA2C-105FA164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23850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182652-A241-459B-AD58-7CE9CEFF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19050">
            <a:solidFill>
              <a:srgbClr val="2B4A66"/>
            </a:solidFill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84b383c224227">
            <a:extLst>
              <a:ext uri="{96DAC541-7B7A-43D3-8B79-37D633B846F1}">
                <asvg:svgBlip xmlns:asvg="http://schemas.microsoft.com/office/drawing/2016/SVG/main" r:embed="Ra2c543e6421f41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04925" y="38957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DC1BB4-70DB-46EA-AB53-306D4F3E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6722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3162F5-D6AA-4BB2-B8F0-9CC6D638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1962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526893-3994-4A45-B8A4-335C71E0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62375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19050">
            <a:solidFill>
              <a:srgbClr val="2B4A66"/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bd90ec10d4701">
            <a:extLst>
              <a:ext uri="{96DAC541-7B7A-43D3-8B79-37D633B846F1}">
                <asvg:svgBlip xmlns:asvg="http://schemas.microsoft.com/office/drawing/2016/SVG/main" r:embed="Rfae4069394d948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86050" y="38957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8968ED-A4C4-4D0D-B6B5-28BB63CF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6722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2AC1E1-B94C-4648-98D0-44F2D17D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61962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CC97E9-2253-4B25-9F84-6A0C60BD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19050">
            <a:solidFill>
              <a:srgbClr val="2B4A66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1c0a5773c4ea6">
            <a:extLst>
              <a:ext uri="{96DAC541-7B7A-43D3-8B79-37D633B846F1}">
                <asvg:svgBlip xmlns:asvg="http://schemas.microsoft.com/office/drawing/2016/SVG/main" r:embed="R081ced021d5045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67175" y="38957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874007-6B9E-40A0-B6A2-8373F1A7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6722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51D517-458F-4C9D-A909-CB951E5C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1962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523B4D-2271-4791-AD4A-A53E5ADC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62375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19050">
            <a:solidFill>
              <a:srgbClr val="2B4A66"/>
            </a:solidFill>
            <a:prstDash val="solid"/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b34e877b342b6">
            <a:extLst>
              <a:ext uri="{96DAC541-7B7A-43D3-8B79-37D633B846F1}">
                <asvg:svgBlip xmlns:asvg="http://schemas.microsoft.com/office/drawing/2016/SVG/main" r:embed="Rbf53ee4065054a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48300" y="38957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B25FC9-3662-4DCB-8982-9F77412E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6722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6934A3-00A3-4ED1-B7E3-08359F97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61962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EECAFE-6638-40F6-B7AD-EA8A56E5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4438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1f34f1fa44be4">
            <a:extLst>
              <a:ext uri="{96DAC541-7B7A-43D3-8B79-37D633B846F1}">
                <asvg:svgBlip xmlns:asvg="http://schemas.microsoft.com/office/drawing/2016/SVG/main" r:embed="R2eb9bcbbe1c74e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19526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B18923-84F0-43C9-AAA8-AF31F5BB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5737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Phản hồi chậm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B897C3-3643-4F1B-9DD2-5DCD1E58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Kỹ thuật viên phải đi đến từng máy để kiểm tra.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55B837-D463-42F8-B614-F80557ED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71800"/>
            <a:ext cx="4438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ac717b2e9480c">
            <a:extLst>
              <a:ext uri="{96DAC541-7B7A-43D3-8B79-37D633B846F1}">
                <asvg:svgBlip xmlns:asvg="http://schemas.microsoft.com/office/drawing/2016/SVG/main" r:embed="Rd0ad2bdd045e4f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326707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A70AE7-F3C7-4C5A-8CBC-5751A580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718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Khó quản lý đồng thời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8A5650-0DC1-44E0-9502-E532FE0E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Nhiều máy, nhiều trạng thái, thiếu một màn hình chung.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C3EFB1-5433-4A2E-BEAB-36216669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86250"/>
            <a:ext cx="4438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0d45d09024623">
            <a:extLst>
              <a:ext uri="{96DAC541-7B7A-43D3-8B79-37D633B846F1}">
                <asvg:svgBlip xmlns:asvg="http://schemas.microsoft.com/office/drawing/2016/SVG/main" r:embed="R14c24e1aa6f342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45815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37C7BE-8C25-4B6C-A6E3-B0888AE5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8627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Nhu cầu hỗ trợ từ xa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60F5EE-4E57-474A-B678-28B17325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387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Quan sát, hỗ trợ và ghi nhận thao tác ngay tại dashboard.</a:t>
            </a:r>
          </a:p>
        </p:txBody>
      </p:sp>
    </p:spTree>
    <p:extLst>
      <p:ext uri="{BB962C8B-B14F-4D97-AF65-F5344CB8AC3E}">
        <p14:creationId xmlns:p14="http://schemas.microsoft.com/office/powerpoint/2010/main" val="1787754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EA1579-F3CF-4519-8249-34ACC794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C9131-60C5-4C9E-BED2-C066F90A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TELEPC • ĐỒ ÁN TỐT NGHIỆP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B08BD-19A9-4D5A-8B8D-FC32B20C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TelePC ghép năm mảnh thành một luồng điều khiển có trách nhiệm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51BB1-76F2-49E0-93D8-230B48D0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EDB38-CF99-4E8A-9EAE-B5EA3B8D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388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8D1E9-D672-46FD-B711-589AD7AA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B45"/>
          </a:solidFill>
          <a:ln xmlns:a="http://schemas.openxmlformats.org/drawingml/2006/main" w="19050">
            <a:solidFill>
              <a:srgbClr val="23D5F3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6c07373264fae">
            <a:extLst>
              <a:ext uri="{96DAC541-7B7A-43D3-8B79-37D633B846F1}">
                <asvg:svgBlip xmlns:asvg="http://schemas.microsoft.com/office/drawing/2016/SVG/main" r:embed="R56bd5d12270545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19750" y="285750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59E83-803A-4061-80DA-F71ABDD5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814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TelePC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97FC0-12BB-46DD-8F5B-5A8DDC0D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19425"/>
            <a:ext cx="1285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2B4A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15E2A-4CB0-4DCF-A3A2-8934FE94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19425"/>
            <a:ext cx="1285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2B4A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E0E5B-E0B0-4AD2-9E43-4FE2CCB8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953000"/>
            <a:ext cx="32385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2B4A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4437B-E903-4A93-AAD8-3B364C23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695450"/>
            <a:ext cx="323850" cy="552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2B4A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8DAEB-15F7-488B-BD34-877CF781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020E4-D262-48DF-A7B5-6B4078B6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1CE7B-1110-4081-A72C-9664C0D5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D5F3">
              <a:alpha val="12549"/>
            </a:srgbClr>
          </a:solidFill>
          <a:ln xmlns:a="http://schemas.openxmlformats.org/drawingml/2006/main" w="9525">
            <a:solidFill>
              <a:srgbClr val="23D5F3">
                <a:alpha val="31373"/>
              </a:srgbClr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4a42daefa43e4">
            <a:extLst>
              <a:ext uri="{96DAC541-7B7A-43D3-8B79-37D633B846F1}">
                <asvg:svgBlip xmlns:asvg="http://schemas.microsoft.com/office/drawing/2016/SVG/main" r:embed="R8000cc39de0c4f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3925" y="21431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B0FF8-4909-45F6-8140-2A13E512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574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Admin Web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3E9C4-BD63-43C2-A063-72F05068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Dashboard tập trung cho người quản trị.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BDBE7-A0F2-4F59-93FE-93AAFCB4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410CA4-23DC-4807-86D7-C47009E8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AC01A-F301-4A2C-A00D-7E1D8719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5C">
              <a:alpha val="12549"/>
            </a:srgbClr>
          </a:solidFill>
          <a:ln xmlns:a="http://schemas.openxmlformats.org/drawingml/2006/main" w="9525">
            <a:solidFill>
              <a:srgbClr val="FFCA5C">
                <a:alpha val="31373"/>
              </a:srgbClr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1f4b7f64543bb">
            <a:extLst>
              <a:ext uri="{96DAC541-7B7A-43D3-8B79-37D633B846F1}">
                <asvg:svgBlip xmlns:asvg="http://schemas.microsoft.com/office/drawing/2016/SVG/main" r:embed="R0ccd273d07284f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3925" y="44100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7A3110-34B2-4D45-AE4C-451B6AFF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243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Audit 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089AF2-9A86-4430-AD6F-A6BB3F8B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Ghi lại toàn bộ vòng đời lệnh.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B0E736-8F21-43B7-9BDF-B6A205F6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478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28446-57E5-4E44-8553-F27A6FEA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478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A3788-5114-430D-9D9C-2EC4B2DE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EFF">
              <a:alpha val="12549"/>
            </a:srgbClr>
          </a:solidFill>
          <a:ln xmlns:a="http://schemas.openxmlformats.org/drawingml/2006/main" w="9525">
            <a:solidFill>
              <a:srgbClr val="4D8EFF">
                <a:alpha val="31373"/>
              </a:srgbClr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aa8b4fd134075">
            <a:extLst>
              <a:ext uri="{96DAC541-7B7A-43D3-8B79-37D633B846F1}">
                <asvg:svgBlip xmlns:asvg="http://schemas.microsoft.com/office/drawing/2016/SVG/main" r:embed="R96d0bbdd95e74b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39225" y="21431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67D1D4-8BF2-45B8-B4D8-C68E6A44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574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WebSocket Relay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E5116B-0595-4EA0-8079-9A579F11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030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Kênh realtime giữa web và agent.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BFDEAC-A296-4CA4-A28C-E80685DF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148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CDF25F-3114-47F0-952A-1982B39F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148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D0AFD4-ECC3-4CED-9A9F-BF422EAD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05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>
              <a:alpha val="12549"/>
            </a:srgbClr>
          </a:solidFill>
          <a:ln xmlns:a="http://schemas.openxmlformats.org/drawingml/2006/main" w="9525">
            <a:solidFill>
              <a:srgbClr val="39D98A">
                <a:alpha val="31373"/>
              </a:srgbClr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76e4215754eb2">
            <a:extLst>
              <a:ext uri="{96DAC541-7B7A-43D3-8B79-37D633B846F1}">
                <asvg:svgBlip xmlns:asvg="http://schemas.microsoft.com/office/drawing/2016/SVG/main" r:embed="R2f77ea9c62a14b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39225" y="44100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0C472C-04FB-4B1B-83E6-16511957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243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Client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023687-4E8F-4AD2-8DE4-2376D855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6725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Thực thi tại máy được quản lý.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9D0643-C2D7-4F33-98B6-B27D84A9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67350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0f46d32fe4466">
            <a:extLst>
              <a:ext uri="{96DAC541-7B7A-43D3-8B79-37D633B846F1}">
                <asvg:svgBlip xmlns:asvg="http://schemas.microsoft.com/office/drawing/2016/SVG/main" r:embed="R8ce66bd452b345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0" y="56197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1B9CA6-3EC6-4446-985D-781A0F61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00700"/>
            <a:ext cx="2143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Consent popup tại máy Client</a:t>
            </a:r>
          </a:p>
        </p:txBody>
      </p:sp>
    </p:spTree>
    <p:extLst>
      <p:ext uri="{BB962C8B-B14F-4D97-AF65-F5344CB8AC3E}">
        <p14:creationId xmlns:p14="http://schemas.microsoft.com/office/powerpoint/2010/main" val="13395428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EB9B1C-1B37-433D-931D-5CD8B943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3CE85-F3A6-4489-82CE-91A170B4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TELEPC • ĐỒ ÁN TỐT NGHIỆP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760C1-561F-41CE-9807-3DCE7595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Kiến trúc tách rõ giao diện, xác thực, truyền lệnh và thực thi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9C2F1-FF45-4C17-B435-77CFD855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DC038-EE30-409C-AEFF-40317F9E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388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D3451-4BF6-40A5-ADB9-7B8B44A6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48000"/>
            <a:ext cx="742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CC"/>
          </a:solidFill>
          <a:ln xmlns:a="http://schemas.openxmlformats.org/drawingml/2006/main" w="0">
            <a:solidFill>
              <a:srgbClr val="00A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3FF2F-BE93-4546-B2C8-C941E322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742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CC"/>
          </a:solidFill>
          <a:ln xmlns:a="http://schemas.openxmlformats.org/drawingml/2006/main" w="0">
            <a:solidFill>
              <a:srgbClr val="00A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BB538-CFE5-468B-A1C3-A5E589DF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48000"/>
            <a:ext cx="742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CC"/>
          </a:solidFill>
          <a:ln xmlns:a="http://schemas.openxmlformats.org/drawingml/2006/main" w="0">
            <a:solidFill>
              <a:srgbClr val="00A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22E68-848A-4B69-B24B-EEC37561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742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CC"/>
          </a:solidFill>
          <a:ln xmlns:a="http://schemas.openxmlformats.org/drawingml/2006/main" w="0">
            <a:solidFill>
              <a:srgbClr val="00A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47C33-070C-4BEA-9673-90B4AAE6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8478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14288">
            <a:solidFill>
              <a:srgbClr val="23D5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E457A-E321-47CF-8121-1C3AE922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431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D5F3">
              <a:alpha val="12549"/>
            </a:srgbClr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1f1cc6ad34b3e">
            <a:extLst>
              <a:ext uri="{96DAC541-7B7A-43D3-8B79-37D633B846F1}">
                <asvg:svgBlip xmlns:asvg="http://schemas.microsoft.com/office/drawing/2016/SVG/main" r:embed="R8b0e6a5f110d42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1600" y="26765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4EF15-835F-4261-B07A-908182BC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Admin Browser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DFAE0-3ABF-4A68-95C5-4051D5A9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Chrome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70EBC-3697-4BCD-A9C4-A2DD1A2D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33625"/>
            <a:ext cx="18478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14288">
            <a:solidFill>
              <a:srgbClr val="4D8E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A9854-D2B9-46DD-B292-B8AD53A6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431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EFF">
              <a:alpha val="12549"/>
            </a:srgbClr>
          </a:solidFill>
          <a:ln xmlns:a="http://schemas.openxmlformats.org/drawingml/2006/main" w="9525">
            <a:solidFill>
              <a:srgbClr val="4D8EFF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05f1a3f0440a2">
            <a:extLst>
              <a:ext uri="{96DAC541-7B7A-43D3-8B79-37D633B846F1}">
                <asvg:svgBlip xmlns:asvg="http://schemas.microsoft.com/office/drawing/2016/SVG/main" r:embed="R3382f4ac10f041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05200" y="26765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E7D71-4094-4E5A-B231-7F1BC3A3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766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API Server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EDB48-D8A6-4EEF-98C6-F740A7F8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0997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Auth • ACL •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8DB92-5956-4AC3-AA48-0647F3C2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333625"/>
            <a:ext cx="18478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14288">
            <a:solidFill>
              <a:srgbClr val="23D5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64ED0-B998-4D3F-B357-5BA905E1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5431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D5F3">
              <a:alpha val="12549"/>
            </a:srgbClr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e3c5b04074ce4">
            <a:extLst>
              <a:ext uri="{96DAC541-7B7A-43D3-8B79-37D633B846F1}">
                <asvg:svgBlip xmlns:asvg="http://schemas.microsoft.com/office/drawing/2016/SVG/main" r:embed="R69cc9ddcbe7c45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48325" y="26765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88026A-E5AC-4FC4-9BFB-435A4D79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766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WebSocket Relay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2B725-3EB6-4122-9474-194CEEF9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60997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Realtime routing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B353C0-F45F-4B98-8F19-CE23C0A4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18478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14288">
            <a:solidFill>
              <a:srgbClr val="39D9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84932D-AF97-479A-8557-FDD5E9B0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431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>
              <a:alpha val="12549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af8f879a24683">
            <a:extLst>
              <a:ext uri="{96DAC541-7B7A-43D3-8B79-37D633B846F1}">
                <asvg:svgBlip xmlns:asvg="http://schemas.microsoft.com/office/drawing/2016/SVG/main" r:embed="R33e63457a4cc43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91450" y="26765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188BE-9D0C-45FC-AC76-A6AD84D8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766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TelePCClient.exe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F1626D-19AA-4205-B6F8-A4FC692F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997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Consent •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90CBE4-950D-4EF4-916A-7513F053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33625"/>
            <a:ext cx="18478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14288">
            <a:solidFill>
              <a:srgbClr val="FFCA5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6D9BD6-41F9-4B82-92A1-F382F48B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5431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5C">
              <a:alpha val="12549"/>
            </a:srgbClr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61c4d0c734769">
            <a:extLst>
              <a:ext uri="{96DAC541-7B7A-43D3-8B79-37D633B846F1}">
                <asvg:svgBlip xmlns:asvg="http://schemas.microsoft.com/office/drawing/2016/SVG/main" r:embed="Rc3d13cce470d40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34575" y="26765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84AD2E-737E-49DC-9E8B-3E886CB3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766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Controlled PC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105FC6-CE7E-4963-A1D1-A494291B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60997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Windows lab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1E36AC-4A8F-447E-A0E9-DD8B757F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4305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23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5d55c745d48e8">
            <a:extLst>
              <a:ext uri="{96DAC541-7B7A-43D3-8B79-37D633B846F1}">
                <asvg:svgBlip xmlns:asvg="http://schemas.microsoft.com/office/drawing/2016/SVG/main" r:embed="Rbbb1aaa91c814d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46958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B0542A-07DC-4214-95A1-F6D35E84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29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Vùng tin cậy Server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B14373-F0A4-4E49-9A31-53CF37A9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149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Login • role • grant • machine secret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CCC155-127F-4B7F-AE81-EA675085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14850"/>
            <a:ext cx="4305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A24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8bd0ed1574e5a">
            <a:extLst>
              <a:ext uri="{96DAC541-7B7A-43D3-8B79-37D633B846F1}">
                <asvg:svgBlip xmlns:asvg="http://schemas.microsoft.com/office/drawing/2016/SVG/main" r:embed="Rdbe740494a3a47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46958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586A0A-4B66-428E-AAF0-86943B0C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29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Vùng thực thi nhìn thấy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BCC5AE-3F86-4FB4-A12F-C8FE1A03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1490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Popup consent • console mở • không stealth</a:t>
            </a:r>
          </a:p>
        </p:txBody>
      </p:sp>
    </p:spTree>
    <p:extLst>
      <p:ext uri="{BB962C8B-B14F-4D97-AF65-F5344CB8AC3E}">
        <p14:creationId xmlns:p14="http://schemas.microsoft.com/office/powerpoint/2010/main" val="1797932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425FEE-73B0-4AF6-98EF-2AA97AFD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4F0B0-227C-433A-89B3-8CD2CA60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TELEPC • ĐỒ ÁN TỐT NGHIỆP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25D5D-C576-4794-9413-9C948224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Một máy chỉ xuất hiện online sau khi danh tính được xác minh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BD6D5-1F01-4DBB-B6E8-F479C24D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E07CD-5C7D-4C4A-AB11-6EFD9AA4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388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BF6FB-6E3B-493B-AB83-99557862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67075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5A8C5-1009-412A-833C-212227C8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956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28575">
            <a:solidFill>
              <a:srgbClr val="23D5F3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7f0a3c3cc4387">
            <a:extLst>
              <a:ext uri="{96DAC541-7B7A-43D3-8B79-37D633B846F1}">
                <asvg:svgBlip xmlns:asvg="http://schemas.microsoft.com/office/drawing/2016/SVG/main" r:embed="R57d2a0bb905a4d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71650" y="3114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174B5-EE60-4E11-86DD-A3C47287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622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89425-7132-4EFB-9568-3E31193D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Tạo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028E3-4052-4D53-AF7D-1BBE2B2B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9577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Machine ID + secret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49F6B-AF7F-4236-A48F-908818DB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956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28575">
            <a:solidFill>
              <a:srgbClr val="4D8EFF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5c47da0ec4546">
            <a:extLst>
              <a:ext uri="{96DAC541-7B7A-43D3-8B79-37D633B846F1}">
                <asvg:svgBlip xmlns:asvg="http://schemas.microsoft.com/office/drawing/2016/SVG/main" r:embed="R18bafd43c9fd45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00525" y="3114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E1222-39B7-4C1A-9DC3-16B9D8D6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622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D8E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4D8E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7EA7C-285C-4CEF-ACC1-8B43CDA7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433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Kết nối relay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5587A-B955-4811-9756-26DC13D2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9577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WebSocket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E5F36-A2F0-4539-A356-ADF332E9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956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28575">
            <a:solidFill>
              <a:srgbClr val="39D98A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3a9fd2a454ea6">
            <a:extLst>
              <a:ext uri="{96DAC541-7B7A-43D3-8B79-37D633B846F1}">
                <asvg:svgBlip xmlns:asvg="http://schemas.microsoft.com/office/drawing/2016/SVG/main" r:embed="R8237f49f4caf4c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29400" y="3114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2984B9-ABCC-43A3-B7ED-B2A490F5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622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C3F74-0B6D-4506-A15A-C593361F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433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Server verify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65C4A-1BB1-4657-9981-26134F00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9577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Secret + trạng thái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957F8-9062-479F-B703-530DD850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28575">
            <a:solidFill>
              <a:srgbClr val="FFCA5C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093095ff6488a">
            <a:extLst>
              <a:ext uri="{96DAC541-7B7A-43D3-8B79-37D633B846F1}">
                <asvg:svgBlip xmlns:asvg="http://schemas.microsoft.com/office/drawing/2016/SVG/main" r:embed="Rc08499a7068542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58275" y="3114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ADA60-FE46-465F-A197-5183918D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622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CA6080-0471-468D-A1F1-4EF778DD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433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Dashboard online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1B994-CDB3-448F-9AFF-07D0A9C5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9577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Sẵn sàng claim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1A91FD-F683-45BB-94C9-9D0E6559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10150"/>
            <a:ext cx="828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1b76c53274eea">
            <a:extLst>
              <a:ext uri="{96DAC541-7B7A-43D3-8B79-37D633B846F1}">
                <asvg:svgBlip xmlns:asvg="http://schemas.microsoft.com/office/drawing/2016/SVG/main" r:embed="R132946ff8f5d41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38375" y="52006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44466F-EDBF-4269-853B-ECD32C6B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53025"/>
            <a:ext cx="7096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Nếu secret sai, máy bị từ chối và sự kiện được ghi audit — không có trạng thái online giả.</a:t>
            </a:r>
          </a:p>
        </p:txBody>
      </p:sp>
    </p:spTree>
    <p:extLst>
      <p:ext uri="{BB962C8B-B14F-4D97-AF65-F5344CB8AC3E}">
        <p14:creationId xmlns:p14="http://schemas.microsoft.com/office/powerpoint/2010/main" val="1202552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ED3CDB-0DBA-4DF7-870D-7FA95DFD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1CE58-2200-4B7C-8C7A-7458F65F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TELEPC • ĐỒ ÁN TỐT NGHIỆP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DFDED-B19F-48D2-B622-CE502633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Bốn lớp quyền quyết định ai được điều khiển máy nào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A51EB-3ACF-4D0D-9FB8-FE9099FE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EDF8C-3E57-45F0-B727-B1DE376A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388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B4380-904F-4EC1-A048-9C9CC26F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762500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88EE4-E204-4C60-8DD1-B39084E7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ĐƯỜNG KIỂM TRA QUYỀN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0492A-CFB5-4DCA-9204-19C2F080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3225"/>
            <a:ext cx="2286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2B4A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2F4CA-23C7-44ED-8465-3988833E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D5F3">
              <a:alpha val="12549"/>
            </a:srgbClr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89005512b4e9f">
            <a:extLst>
              <a:ext uri="{96DAC541-7B7A-43D3-8B79-37D633B846F1}">
                <asvg:svgBlip xmlns:asvg="http://schemas.microsoft.com/office/drawing/2016/SVG/main" r:embed="Rc0f2d6694cec42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7275" y="24860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45A68-CB61-45A3-AA37-B6D6C575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7172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3ADD2-EAC9-4A3E-AC9B-02063EF9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670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Xác thực tài khoản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CB4DD-BA7F-4710-AB18-18D5E2AE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2286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2B4A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27B75-B742-46ED-BED1-EA3E3EF5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EFF">
              <a:alpha val="12549"/>
            </a:srgbClr>
          </a:solidFill>
          <a:ln xmlns:a="http://schemas.openxmlformats.org/drawingml/2006/main" w="9525">
            <a:solidFill>
              <a:srgbClr val="4D8EFF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b4c7eb7ca4e7f">
            <a:extLst>
              <a:ext uri="{96DAC541-7B7A-43D3-8B79-37D633B846F1}">
                <asvg:svgBlip xmlns:asvg="http://schemas.microsoft.com/office/drawing/2016/SVG/main" r:embed="R1db7f229526f4d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7275" y="33051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62BDE-E83D-47D0-8464-3343BEBD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908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54F7E-4299-4335-8E2A-D0F3DE84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86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Admin / Teacher / Auditor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4ED02-4630-4EAB-A65E-37C5F582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81525"/>
            <a:ext cx="2286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2B4A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E0855-C42E-464F-B05F-C47AF5EE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>
              <a:alpha val="12549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f3ee56f4c4838">
            <a:extLst>
              <a:ext uri="{96DAC541-7B7A-43D3-8B79-37D633B846F1}">
                <asvg:svgBlip xmlns:asvg="http://schemas.microsoft.com/office/drawing/2016/SVG/main" r:embed="Ree8e12916a6346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7275" y="41243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34798-1DF1-404A-A5FA-8B087779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002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Machine grant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EAD44-C463-4CEA-8F26-95C888C4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053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Giới hạn theo máy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3B5FD-28D9-40AA-87CE-6B7F6283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5C">
              <a:alpha val="12549"/>
            </a:srgbClr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45ddc726a45ee">
            <a:extLst>
              <a:ext uri="{96DAC541-7B7A-43D3-8B79-37D633B846F1}">
                <asvg:svgBlip xmlns:asvg="http://schemas.microsoft.com/office/drawing/2016/SVG/main" r:embed="Rcb639d24ad8842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7275" y="49434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B49326-6530-4848-87BA-7A9336DA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29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Owner permission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0438BD-B9B4-4602-A235-2641ACAC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244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Phiên điều khiển duy nhất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4F4ED7-0103-45F7-A795-666524C4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38300"/>
            <a:ext cx="5886450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CFC47A-B756-427E-B690-35583262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669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ROLE ACCESS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8D1F1-99F2-439A-80FC-1DC511D1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860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7EBD9D-47BF-4B09-B0F5-20FB9109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Năng lực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655F42-FFC6-4FC6-8E04-28F729AE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DCB5C8-B7B8-477D-8961-564ED729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Admin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ACA595-4C37-4457-9CEA-52D9260E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86000"/>
            <a:ext cx="1028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52EC4B-AF19-4CAC-9FA6-DF32E6B9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812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Teacher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29EB26-E5BC-49DE-8110-7ED29DB8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0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55164D-49E6-44C7-8266-AA5F4104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3812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Auditor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FAED48-2D97-4280-B82C-A9DFF92E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051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F4D469-07A8-4E71-ACEB-EA2082BC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67025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Xem máy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2E87E3-6CFA-4F92-A2E8-9C05F8DC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051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9ABEC8-5786-4954-A8AA-6C4AEC70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AA188A-2533-4366-85D5-8C9E197F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05100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EA7CD0-3597-4CCA-8CF8-618C8E1C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670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673AA9-A0C2-4BCF-914D-9ADCC746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05100"/>
            <a:ext cx="971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FD9F75-7D63-4544-843F-2BD75BB9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6702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2E4646-F1DE-4038-8251-782560F5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575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6A5B33-CB55-4019-AEC0-E63AA80E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19475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Claim control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EF2B87-9556-40B2-ADD3-A4CAFD64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1A6069-50D9-445D-A703-FD8C08E4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19475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528AD4-3010-442B-820A-7E770F41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57550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FA2A6D-9A54-4D2C-9D80-CD705FCC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194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✓*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5C22BF-DE36-40E7-AD4D-807C1C85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57550"/>
            <a:ext cx="971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D7DCB9-C0DE-4FFB-9F14-D8AE33D7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194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01EA50-C3F5-410C-8831-B11B0A16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00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EC3782-FAA6-4DF0-9769-72079D4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71925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Gửi lệnh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40542E-2A8F-4770-B00E-F451F360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100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FBEEE3-9C1A-49FC-99BA-A48EEB5C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71925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5E9946-C4D7-4676-969C-F3E8C228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99CFDD-82BB-46D4-A39D-0494860B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719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✓*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624EB1-2425-4F5F-B16A-DE1E9DF9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10000"/>
            <a:ext cx="971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8FE9203-FA07-4D5E-A4E7-6654A51B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97192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—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EAE88F-EA5D-47D6-950C-000BB0B9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624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397F9B-F44D-4F41-B684-5871893E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24375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Xem audit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39628A2-E3E2-4F49-B559-0FEB0E37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624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EF6782C-5E7D-49DC-948F-43E83B9A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24375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B7E3156-9181-4449-84CC-2E42E624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62450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7483057-C6BD-4699-AE6E-DE3E47C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243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✓*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2BA80F5-0C0D-49B3-B9E6-384DAB73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62450"/>
            <a:ext cx="971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9405C30-7D84-4D51-886D-B671B104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5243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36ABD3C-C800-4723-8E2F-45C7D518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8160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* Chỉ trên máy đã được cấp grant</a:t>
            </a:r>
          </a:p>
        </p:txBody>
      </p:sp>
    </p:spTree>
    <p:extLst>
      <p:ext uri="{BB962C8B-B14F-4D97-AF65-F5344CB8AC3E}">
        <p14:creationId xmlns:p14="http://schemas.microsoft.com/office/powerpoint/2010/main" val="744064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00D3A-D929-4D1F-9D93-23ACFC6D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3A9B3-20F5-4046-8CC8-C875FD60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TELEPC • ĐỒ ÁN TỐT NGHIỆP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86872-86A4-413D-8632-F839B5BE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Consent 15 giây biến mỗi lệnh nhạy cảm thành quyết định tại chỗ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A4A08-6C04-4F9F-8272-CC4E2D94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8C964-816E-469C-9A1E-93CCA434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388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1FCDD-9B70-43F8-839E-08BE90A4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71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1faf0de5c46fb">
            <a:extLst>
              <a:ext uri="{96DAC541-7B7A-43D3-8B79-37D633B846F1}">
                <asvg:svgBlip xmlns:asvg="http://schemas.microsoft.com/office/drawing/2016/SVG/main" r:embed="Rf3c21573d49947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33500" y="1714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F04DC-2E4A-45FF-AB19-62AE3229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38375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39DF3-6EDA-4A11-B4DB-C1C6DF0A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190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BD292-EE55-4760-B66F-2AECB08F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71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15051f0b94e5d">
            <a:extLst>
              <a:ext uri="{96DAC541-7B7A-43D3-8B79-37D633B846F1}">
                <asvg:svgBlip xmlns:asvg="http://schemas.microsoft.com/office/drawing/2016/SVG/main" r:embed="R07aa13e720da4f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0" y="1714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2046F-93BE-4031-A14C-A45E110C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38375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API + Relay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7EB83-0869-4293-AC17-3AF129DB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71750"/>
            <a:ext cx="190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4DE24-F1F9-47CC-95FE-31EB024F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b5ff2f1d44f81">
            <a:extLst>
              <a:ext uri="{96DAC541-7B7A-43D3-8B79-37D633B846F1}">
                <asvg:svgBlip xmlns:asvg="http://schemas.microsoft.com/office/drawing/2016/SVG/main" r:embed="R121f8f3ba6dd41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15125" y="1714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70337-0C72-4D47-B198-B34079AD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Client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2E516-39C2-43A0-9E2F-74E5BF86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190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093E5-2C67-43C0-8ACB-677472FD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71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d92553a6b43ee">
            <a:extLst>
              <a:ext uri="{96DAC541-7B7A-43D3-8B79-37D633B846F1}">
                <asvg:svgBlip xmlns:asvg="http://schemas.microsoft.com/office/drawing/2016/SVG/main" r:embed="Rb3b644fdc91841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29750" y="1714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DA36E4-2E5B-49A2-BB20-8AE5ACA9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38375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Windows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5931E-4A2C-410A-9AC8-8C1D2805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71750"/>
            <a:ext cx="190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2F4391-68B3-4789-AC72-01483E64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1952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8EFF"/>
          </a:solidFill>
          <a:ln xmlns:a="http://schemas.openxmlformats.org/drawingml/2006/main" w="0">
            <a:solidFill>
              <a:srgbClr val="4D8E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DDA212-07A4-42FE-B82C-6F2535B1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1952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23D5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21AA3-FC5F-45A9-8F04-16BFCAA7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1952625" cy="19050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FFCA5C"/>
          </a:solidFill>
          <a:ln xmlns:a="http://schemas.openxmlformats.org/drawingml/2006/main" w="0">
            <a:solidFill>
              <a:srgbClr val="FFCA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109D6-6C4C-428A-9AD9-BDB5A6AE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57750"/>
            <a:ext cx="1952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39D9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C0A98-8BDB-4484-8B81-88214780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98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1  Gửi lệnh + payload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B32F75-DAEB-40E3-B235-60DD73EA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2  Tạo consent request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02EC17-9991-42A0-9BB2-13589223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332A16"/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40f7fb8b04a1e">
            <a:extLst>
              <a:ext uri="{96DAC541-7B7A-43D3-8B79-37D633B846F1}">
                <asvg:svgBlip xmlns:asvg="http://schemas.microsoft.com/office/drawing/2016/SVG/main" r:embed="Rdebf480b36c24e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53300" y="38576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027C14-200D-45D3-9A1A-3D6F17F8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1190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YES / NO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9EFCA5-F70C-43B7-A437-4682E0FE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05275"/>
            <a:ext cx="128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rPr>
              <a:t>Timeout 15s → DENY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6702C8-526B-4B5E-A204-C6184F12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76775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3  Approved mới execute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B8E510-7A89-4F33-97F7-1D50828B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810250"/>
            <a:ext cx="7962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D28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dce92b0b84055">
            <a:extLst>
              <a:ext uri="{96DAC541-7B7A-43D3-8B79-37D633B846F1}">
                <asvg:svgBlip xmlns:asvg="http://schemas.microsoft.com/office/drawing/2016/SVG/main" r:embed="Rbf744aa2e3c547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81250" y="59055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43862D-AC1E-4B73-90F3-8034630C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86450"/>
            <a:ext cx="695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DENIED hoặc TIMEOUT: lệnh dừng tại relay • APPROVED: payload chính xác được thực thi một lần</a:t>
            </a:r>
          </a:p>
        </p:txBody>
      </p:sp>
    </p:spTree>
    <p:extLst>
      <p:ext uri="{BB962C8B-B14F-4D97-AF65-F5344CB8AC3E}">
        <p14:creationId xmlns:p14="http://schemas.microsoft.com/office/powerpoint/2010/main" val="19960786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A2D0D8-7BE2-49A7-84AE-49652E4D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F509F-C2CD-4D07-BEDA-5E5633F5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TELEPC • ĐỒ ÁN TỐT NGHIỆP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2A210-AC8B-41F5-9CBC-51489363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Application Control chỉ thao tác trên năm ứng dụng đã định danh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51BAF-9300-4402-B66B-2E0B687D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AEE58-C4FC-4D78-8B7C-AF89F045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388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A51F0-8CA1-40C1-B4AC-467F77AD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70104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60B64-5476-443B-A749-BF1BEB95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9C508-7C7B-47E7-9BEA-1F244CAF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072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Ứng dụng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FC9D8-1DBF-4008-8C26-4B1A0B44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8595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25F1B-5894-4367-A332-D948128E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907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Cài đặt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C61C6-1134-4F9F-8D5F-E9139AEB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8595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0300A-6401-4A3B-BD5F-593D0CC8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907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Trạng thái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EABEC-2767-4ECB-8667-91806440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87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CE1DA-F26A-46CA-A067-FDB5FACE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907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CPU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1CE43-7398-4D6E-B3F7-019AD72E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571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59094-5BF6-4490-AFA0-791547C4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05050"/>
            <a:ext cx="1181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5A79E-4B7C-4499-8F19-CBCF9D65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05050"/>
            <a:ext cx="13906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5F090-96DC-4CF6-B6F8-F67B948C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876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00094fa264047">
            <a:extLst>
              <a:ext uri="{96DAC541-7B7A-43D3-8B79-37D633B846F1}">
                <asvg:svgBlip xmlns:asvg="http://schemas.microsoft.com/office/drawing/2016/SVG/main" r:embed="R97b0ec052da94f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1075" y="24669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79E0E-CB76-4E8D-8B62-45828541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9555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Zalo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2CBE5-1D37-4FF0-9B24-D2FAA53F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05075"/>
            <a:ext cx="1066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✓ Installed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C5ED2-DF96-4CCD-86B1-8B726A7C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05075"/>
            <a:ext cx="12763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Running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137952-AAC1-4C01-B243-7274B1E9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0507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1.2%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EF5681-0451-4E12-A67D-A4B58EFA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2571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E8F70D-4F41-43E8-8237-ED34D189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43225"/>
            <a:ext cx="1181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FDD8B-BD29-4D94-B571-BE9C4DEE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43225"/>
            <a:ext cx="13906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8B7621-5AED-4468-90C4-490E2EF5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43225"/>
            <a:ext cx="876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9809887b14962">
            <a:extLst>
              <a:ext uri="{96DAC541-7B7A-43D3-8B79-37D633B846F1}">
                <asvg:svgBlip xmlns:asvg="http://schemas.microsoft.com/office/drawing/2016/SVG/main" r:embed="Rbcd902ba8fd743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1075" y="31051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D4D333-21D6-4528-9A42-B066E4ED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33725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Discord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E5AF2A-1B64-4F59-B85F-61699744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1066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✓ Installed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B78C10-B49C-480A-B25C-3AC6FE8A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43250"/>
            <a:ext cx="12763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Stopped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7417F4-2EDB-4196-814B-3891E520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B2762D-7C26-4182-8510-0EBE16CE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2571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98D4E8-0D1E-474A-B215-27ED0917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81400"/>
            <a:ext cx="1181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8CDF74-12C9-4A53-B53D-316EC1C3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13906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B3F335-96AF-487D-99D4-3EFFE4D8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876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a70eb6cf849ba">
            <a:extLst>
              <a:ext uri="{96DAC541-7B7A-43D3-8B79-37D633B846F1}">
                <asvg:svgBlip xmlns:asvg="http://schemas.microsoft.com/office/drawing/2016/SVG/main" r:embed="R619c386302d84b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1075" y="37433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532983-9101-4056-AEE8-A87EEFE2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7190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VSCode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B6D4C7-6B53-4099-A6A0-14E0DB21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81425"/>
            <a:ext cx="1066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✓ Installed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768504-2E3D-4754-82D1-28B24CEC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81425"/>
            <a:ext cx="12763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Running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19B69D-1B70-4A8A-B20C-519C42DA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8142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3.8%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456398-DAF3-4D27-9288-7985F904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2571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876A28-4481-435D-A3A3-4F71FBC3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19575"/>
            <a:ext cx="1181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66ABFE-854F-4506-B201-F76FF07D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19575"/>
            <a:ext cx="13906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6146AC-0D1A-4933-8A43-5DAC7AE1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9575"/>
            <a:ext cx="876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ec60ed72d4e28">
            <a:extLst>
              <a:ext uri="{96DAC541-7B7A-43D3-8B79-37D633B846F1}">
                <asvg:svgBlip xmlns:asvg="http://schemas.microsoft.com/office/drawing/2016/SVG/main" r:embed="R59d1767e617442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1075" y="4381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FE07DB-DB89-4665-9B6A-FF17BDDE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10075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Chrome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5EFC1C-4165-419E-8439-843628D8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19600"/>
            <a:ext cx="1066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✓ Installed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F2CB67-9D88-49DE-8D1A-813E2005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19600"/>
            <a:ext cx="12763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Running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7707FF-C41C-411E-ADC6-D45CD6A3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960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6.1%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9A17AB-4DC5-4059-9803-1B97724F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571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9F9327-EB25-4948-AEEE-347B8532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57750"/>
            <a:ext cx="1181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4F1CA1-B784-4E2F-B345-6DD67917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57750"/>
            <a:ext cx="13906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6746CE-170D-4EC3-BD36-9FB05CD5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57750"/>
            <a:ext cx="876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0eb9b768c4795">
            <a:extLst>
              <a:ext uri="{96DAC541-7B7A-43D3-8B79-37D633B846F1}">
                <asvg:svgBlip xmlns:asvg="http://schemas.microsoft.com/office/drawing/2016/SVG/main" r:embed="R706fb094d1d445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1075" y="50196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B13066-A1D2-4D0F-B1C6-296E4DCC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4825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Notepad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2E7CBC-03F1-4719-BECF-645FBD1F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57775"/>
            <a:ext cx="1066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— Missing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C21C7C6-B3F4-46B9-AF57-1CE9B9F5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57775"/>
            <a:ext cx="12763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Stopped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A7C7823-D05B-4512-9767-2F6A7775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5777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A7AB58-685F-46DB-BFD6-2B4217C1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38300"/>
            <a:ext cx="3619500" cy="42672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EBFE9A4-8B6F-4503-9C08-79261E22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START / STOP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0720EF6-1C28-4BA0-B44C-6402C32C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24175"/>
            <a:ext cx="20955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2B4A6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87E937-C066-472B-A775-FE6D0E13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D5F3">
              <a:alpha val="12549"/>
            </a:srgbClr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cb839a4cb487f">
            <a:extLst>
              <a:ext uri="{96DAC541-7B7A-43D3-8B79-37D633B846F1}">
                <asvg:svgBlip xmlns:asvg="http://schemas.microsoft.com/office/drawing/2016/SVG/main" r:embed="R599d10ee04c840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58200" y="25336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59285D3-DE1D-4A99-86E9-C23740CF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52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Chọn app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15194B7-9999-41F3-90CE-C1BE89D7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86175"/>
            <a:ext cx="20955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2B4A6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64DF6F0-A521-4B97-99BF-7CFA33AF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5C">
              <a:alpha val="12549"/>
            </a:srgbClr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daf04de814e60">
            <a:extLst>
              <a:ext uri="{96DAC541-7B7A-43D3-8B79-37D633B846F1}">
                <asvg:svgBlip xmlns:asvg="http://schemas.microsoft.com/office/drawing/2016/SVG/main" r:embed="R3142b85244d04b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58200" y="32956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4F11A5A-F156-49FB-8CCD-98E7BB5C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14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Xin consent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C7EB365-DE68-4BAA-95B9-8182884B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48175"/>
            <a:ext cx="20955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2B4A6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0B7FCA-5DD6-43C0-9E40-630012DF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24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EFF">
              <a:alpha val="12549"/>
            </a:srgbClr>
          </a:solidFill>
          <a:ln xmlns:a="http://schemas.openxmlformats.org/drawingml/2006/main" w="9525">
            <a:solidFill>
              <a:srgbClr val="4D8EFF"/>
            </a:solidFill>
            <a:prstDash val="solid"/>
          </a:ln>
        </p:spPr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67ed8265d4a12">
            <a:extLst>
              <a:ext uri="{96DAC541-7B7A-43D3-8B79-37D633B846F1}">
                <asvg:svgBlip xmlns:asvg="http://schemas.microsoft.com/office/drawing/2016/SVG/main" r:embed="Rbc2a63e62cb44a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58200" y="40576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858433B-1DCC-4E96-BD02-9D1F3846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7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Agent kiểm whitelist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D3B3A6A-0B96-47D0-AFA4-6A9268C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86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>
              <a:alpha val="12549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cda480fff4996">
            <a:extLst>
              <a:ext uri="{96DAC541-7B7A-43D3-8B79-37D633B846F1}">
                <asvg:svgBlip xmlns:asvg="http://schemas.microsoft.com/office/drawing/2016/SVG/main" r:embed="Rf34e71272c1f43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58200" y="48196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FEB19F4-D9DF-4917-A26E-A9DEA943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38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Thực thi + audit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3BEC782-30DA-4DC3-816A-236A553C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29250"/>
            <a:ext cx="1257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9D98A">
              <a:alpha val="12549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7EF2C3E-598D-431C-A422-336AD8A3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14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33F759B-3CFC-4570-B2D1-A55DE362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7687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WHITELIST</a:t>
            </a:r>
          </a:p>
        </p:txBody>
      </p:sp>
    </p:spTree>
    <p:extLst>
      <p:ext uri="{BB962C8B-B14F-4D97-AF65-F5344CB8AC3E}">
        <p14:creationId xmlns:p14="http://schemas.microsoft.com/office/powerpoint/2010/main" val="11164731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6A040A-0B0C-4942-865E-59100067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63AC3-94E8-4064-800A-265ED2B8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TELEPC • ĐỒ ÁN TỐT NGHIỆP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BFB66-41CF-4EC9-A1B8-EE5F6DE7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Process Control đi sâu hơn nhưng vẫn chặn tiến trình hệ thống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654E1-E850-48DE-B855-C1133829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76B87-D43A-41DE-9D1F-F674DAB1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388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F1C4C-1164-4DDB-B923-3BEA4910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048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04AE1-34ED-49F0-A725-B1A8B172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LIVE PROCESS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8624C-5A2D-423F-86CE-F4707724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5386C-296E-4D9C-9259-927820C6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2219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F19B7-CC3A-484D-AAD0-7B440ABD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05B4A-4E97-4549-8CC2-B9DCDBFC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717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PID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34B4F-D557-40FD-80AE-83436902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DDBAB-711E-40DF-91D0-F9ECC8CA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717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E132B-BB27-491D-9F21-397EAE80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94B91-74A3-48B1-AFB2-75BE59E0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3B5E8-C4D6-467E-91FA-23084289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25EEA-7804-4A8D-A48D-79B1880E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7172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678E1C-6F96-454B-A0E2-B3361977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333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CB466-B5BD-4290-8CD2-BBBAE193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22193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Code.exe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82515E-4984-4C7B-9A5B-0BB54DFF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819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D2432-6315-4854-B685-475B35B1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670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4216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8D68A-6E5C-4BED-B4B1-597BDCB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67000"/>
            <a:ext cx="7239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9E5F0-3864-4998-8DB4-2316B3C5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6702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3.8%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1AF339-29DF-4F4A-8467-155336D2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95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579F8F-5A69-49FA-99F8-E9CD067C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67025"/>
            <a:ext cx="8382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612 MB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3F76FE-760C-49CC-B0D3-5DAD6C6A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1200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4B8C0A-8F1E-4BF8-B8AB-F7EDF79D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67025"/>
            <a:ext cx="1085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rPr>
              <a:t>STOP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E371E4-DDB8-4635-94CA-9E606F4B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2333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6CD590-46FB-4D89-BDF3-BE0F6A53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22193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chrome.exe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B12B66-8CAE-4D5E-BD0B-FAC33411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05175"/>
            <a:ext cx="819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07D999-89EB-49CB-8578-3308591A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052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8812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BAE944-0074-48F0-8D3E-3D76E480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05175"/>
            <a:ext cx="7239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B921A5-0A64-485C-9F61-E28FC579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0520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6.1%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4AFB09-3384-4171-AB87-17A2659F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05175"/>
            <a:ext cx="95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C55659-BE6F-40DD-88B3-E4E766D5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05200"/>
            <a:ext cx="8382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940 MB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70D5AD-553F-4CC6-A96E-95323C98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1200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C98A73-F111-492B-85E7-D511A4EE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05200"/>
            <a:ext cx="1085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rPr>
              <a:t>STOP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BB7700-D527-44FB-9247-F6015C02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333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4FAA50-057D-4AD9-A4F8-57D3F8E3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22193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lsass.exe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E034CE-8B0E-45EE-AA50-573A2729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43350"/>
            <a:ext cx="819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BF85A8-32E0-4AAC-9875-846258B8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433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744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673BDE-C505-4843-8D2D-8E81FA43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43350"/>
            <a:ext cx="7239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D1779F-B45E-462B-9913-AA2CA549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4337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0.1%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8F2894-50E1-424A-887B-F3693BC8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43350"/>
            <a:ext cx="95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98259A-0298-4D45-9A1F-84565C5D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43375"/>
            <a:ext cx="8382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26 MB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4E31CE-3E13-486D-8103-6341A88D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1200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D620CB-DC90-4303-9A8D-BB962844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43375"/>
            <a:ext cx="1085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57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6577"/>
                </a:solidFill>
                <a:latin typeface="Aptos Display"/>
                <a:ea typeface="Aptos Display"/>
                <a:cs typeface="Aptos Display"/>
              </a:rPr>
              <a:t>BLOCKED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342B58-B46F-414F-BA6D-76CB1014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2333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7DC342-FED8-4153-A67B-F2AD4292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22193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notepad.exe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33150B-C6F9-4035-B12C-B010A258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81525"/>
            <a:ext cx="819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D23E03-5E85-48FC-8E7C-CDB6D317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815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5310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579D9E-AD1E-4EAA-8EB8-AEE5318D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81525"/>
            <a:ext cx="7239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78E913-E567-4659-899F-CEE8B036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8155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07D112-960E-47CD-8E3C-6E15449E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81525"/>
            <a:ext cx="952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40FC66-BBF5-4310-ADEA-D0EA784C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81550"/>
            <a:ext cx="8382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18 MB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201908-F07F-4E75-B681-C775F519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1200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87B376-6668-48EB-82B4-3FD04074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1085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rPr>
              <a:t>STOP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D30524-3FCC-4C70-9BB3-2ABAF35E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7350"/>
            <a:ext cx="3600450" cy="1876425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b4b4f7f9f401d">
            <a:extLst>
              <a:ext uri="{96DAC541-7B7A-43D3-8B79-37D633B846F1}">
                <asvg:svgBlip xmlns:asvg="http://schemas.microsoft.com/office/drawing/2016/SVG/main" r:embed="Rd6b2a2a065e648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0" y="19431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112486-1CF3-4595-8443-94DFDAC3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APPLICATION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7655DD-E923-4233-949A-8331B15F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• Danh sách cố định</a:t>
            </a:r>
          </a:p>
          <a:p xmlns:a="http://schemas.openxmlformats.org/drawingml/2006/main">
            <a:pPr algn="l">
              <a:defRPr sz="120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• Theo ứng dụng quen thuộc</a:t>
            </a:r>
          </a:p>
          <a:p xmlns:a="http://schemas.openxmlformats.org/drawingml/2006/main">
            <a:pPr algn="l">
              <a:defRPr sz="120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• Start / Stop qua consent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9ACAB1-F459-4BEC-92CD-D5B40DF8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52850"/>
            <a:ext cx="36004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28c36fe8a404e">
            <a:extLst>
              <a:ext uri="{96DAC541-7B7A-43D3-8B79-37D633B846F1}">
                <asvg:svgBlip xmlns:asvg="http://schemas.microsoft.com/office/drawing/2016/SVG/main" r:embed="Ra1e5e1e6919942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0" y="40386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B1F157-2C57-45C4-BEE5-D9DEA4FB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386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PROCESS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20A508A-2991-4B38-8B74-97F50632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1485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• Toàn bộ tiến trình</a:t>
            </a:r>
          </a:p>
          <a:p xmlns:a="http://schemas.openxmlformats.org/drawingml/2006/main">
            <a:pPr algn="l">
              <a:defRPr sz="120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• PID, CPU, RAM</a:t>
            </a:r>
          </a:p>
          <a:p xmlns:a="http://schemas.openxmlformats.org/drawingml/2006/main">
            <a:pPr algn="l">
              <a:defRPr sz="120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• Kill cần consent</a:t>
            </a:r>
          </a:p>
          <a:p xmlns:a="http://schemas.openxmlformats.org/drawingml/2006/main">
            <a:pPr algn="l">
              <a:defRPr sz="120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• System process bị chặn</a:t>
            </a:r>
          </a:p>
        </p:txBody>
      </p:sp>
    </p:spTree>
    <p:extLst>
      <p:ext uri="{BB962C8B-B14F-4D97-AF65-F5344CB8AC3E}">
        <p14:creationId xmlns:p14="http://schemas.microsoft.com/office/powerpoint/2010/main" val="19543192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511022-E73E-4633-B685-1A18C07B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4BA6D-0473-47D2-8ADE-5B666690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TELEPC • ĐỒ ÁN TỐT NGHIỆP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99E70-44AD-4B7F-8027-458259B3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File access chỉ mở đúng thư mục Remote đã tồn tại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DA313-02DB-4987-BAA1-C387BC1E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A1562-FCEE-4535-8E54-3ACC3F34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388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2EEAF-E5BE-4347-ACDE-5220FF01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9925"/>
            <a:ext cx="1047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CC"/>
          </a:solidFill>
          <a:ln xmlns:a="http://schemas.openxmlformats.org/drawingml/2006/main" w="0">
            <a:solidFill>
              <a:srgbClr val="00A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71E71-BBB2-4826-878F-46EE6C55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9925"/>
            <a:ext cx="1047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CC"/>
          </a:solidFill>
          <a:ln xmlns:a="http://schemas.openxmlformats.org/drawingml/2006/main" w="0">
            <a:solidFill>
              <a:srgbClr val="00A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D964D-8E00-48C5-82F8-88B29105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381250" cy="25527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8163d3b9642fb">
            <a:extLst>
              <a:ext uri="{96DAC541-7B7A-43D3-8B79-37D633B846F1}">
                <asvg:svgBlip xmlns:asvg="http://schemas.microsoft.com/office/drawing/2016/SVG/main" r:embed="Rc02c19a11ecc45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9700" y="23622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3D6B9-2303-436E-804B-D15173EC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Yêu cầu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C26A0-D720-46E8-AF6D-DC2B2A63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433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list / download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049C7-1CA2-4C84-9EF6-AD71FB7F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85925"/>
            <a:ext cx="40767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A2A42"/>
          </a:solidFill>
          <a:ln xmlns:a="http://schemas.openxmlformats.org/drawingml/2006/main" w="19050">
            <a:solidFill>
              <a:srgbClr val="23D5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E3A90-6B2D-4419-B203-6275DD5F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145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WHITELIST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9714E-9FC5-446D-96B1-A1499229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90775"/>
            <a:ext cx="29337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30032b5724369">
            <a:extLst>
              <a:ext uri="{96DAC541-7B7A-43D3-8B79-37D633B846F1}">
                <asvg:svgBlip xmlns:asvg="http://schemas.microsoft.com/office/drawing/2016/SVG/main" r:embed="R176ad606480449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24860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BF349-89F7-4864-AA2C-6F8CE3AC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95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C:\Remote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C55DC-B4F7-4AB8-AD99-4852E457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43225"/>
            <a:ext cx="29337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4D8EFF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6cdc1eca24479">
            <a:extLst>
              <a:ext uri="{96DAC541-7B7A-43D3-8B79-37D633B846F1}">
                <asvg:svgBlip xmlns:asvg="http://schemas.microsoft.com/office/drawing/2016/SVG/main" r:embed="R7850e117520546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30384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265A7D-E219-4848-A041-11BECE35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48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D:\Remote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E98AE-A7A7-4F81-AB04-ACD4C760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95675"/>
            <a:ext cx="29337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6d51fce2842ca">
            <a:extLst>
              <a:ext uri="{96DAC541-7B7A-43D3-8B79-37D633B846F1}">
                <asvg:svgBlip xmlns:asvg="http://schemas.microsoft.com/office/drawing/2016/SVG/main" r:embed="R0ada97fc256840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35909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DEA7F-F55B-4FED-9622-4F98BCE8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004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E:\Remote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122B0-3A3A-482E-A9B0-FB82AE9B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48125"/>
            <a:ext cx="29337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9135f32c44097">
            <a:extLst>
              <a:ext uri="{96DAC541-7B7A-43D3-8B79-37D633B846F1}">
                <asvg:svgBlip xmlns:asvg="http://schemas.microsoft.com/office/drawing/2016/SVG/main" r:embed="R57935cc60a2446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41433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F06108-2CCB-45E7-AF11-B147D17E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529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X:\Remote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7A8743-5C6F-4C87-957A-096A085F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863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Chỉ mount nếu thư mục thực sự tồn tại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566226-0076-4A81-B956-64FA172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47875"/>
            <a:ext cx="2457450" cy="25527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ca2c9e0e74613">
            <a:extLst>
              <a:ext uri="{96DAC541-7B7A-43D3-8B79-37D633B846F1}">
                <asvg:svgBlip xmlns:asvg="http://schemas.microsoft.com/office/drawing/2016/SVG/main" r:embed="Rcbe278f070e149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63150" y="23622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5A6853-36CB-4BD8-8812-30F0053B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718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File hợp lệ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5AAF09-364B-48FB-9ED9-50E21E30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43325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đọc có kiểm soát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8C94DC-D371-45F0-933F-C9202B1E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A1720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bc7aa799c4faf">
            <a:extLst>
              <a:ext uri="{96DAC541-7B7A-43D3-8B79-37D633B846F1}">
                <asvg:svgBlip xmlns:asvg="http://schemas.microsoft.com/office/drawing/2016/SVG/main" r:embed="R5ecb5d91bdf34c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66950" y="5562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BE1A66-AD90-4961-8C01-5F12A46B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435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../ traversal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7AF1C0-54E5-4D9C-A86C-5F6C578E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A1720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b0167b92d4887">
            <a:extLst>
              <a:ext uri="{96DAC541-7B7A-43D3-8B79-37D633B846F1}">
                <asvg:svgBlip xmlns:asvg="http://schemas.microsoft.com/office/drawing/2016/SVG/main" r:embed="Rbfb5a83e5a334f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24450" y="5562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0C929F-3469-48DE-9BC3-F9105BB1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5435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UNC path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5C4585-1809-4D30-98FC-D73952EB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A1720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7486acd4c4cd4">
            <a:extLst>
              <a:ext uri="{96DAC541-7B7A-43D3-8B79-37D633B846F1}">
                <asvg:svgBlip xmlns:asvg="http://schemas.microsoft.com/office/drawing/2016/SVG/main" r:embed="R6c69f39052de45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81950" y="5562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937418-94C2-431A-BD51-44948CEA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435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Symlink escape</a:t>
            </a:r>
          </a:p>
        </p:txBody>
      </p:sp>
    </p:spTree>
    <p:extLst>
      <p:ext uri="{BB962C8B-B14F-4D97-AF65-F5344CB8AC3E}">
        <p14:creationId xmlns:p14="http://schemas.microsoft.com/office/powerpoint/2010/main" val="8827637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294BF6-FBDE-4ED6-A5AD-B55E1C04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A5C06-EE2D-4A28-9802-59A17846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TELEPC • ĐỒ ÁN TỐT NGHIỆP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DE719-31E3-40F1-BBAB-495D61B4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Webcam và Keylogger Lab Module luôn hiển thị và có điểm dừng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36CF3-63FD-4018-B2DE-ED05032B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057A5-2676-434B-9DD9-0C7C2732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388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2F6DB-4658-4890-BADD-66795494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23875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d55cccb824cb9">
            <a:extLst>
              <a:ext uri="{96DAC541-7B7A-43D3-8B79-37D633B846F1}">
                <asvg:svgBlip xmlns:asvg="http://schemas.microsoft.com/office/drawing/2016/SVG/main" r:embed="Rb085ad9c56da4a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19812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A7C37-85A7-4ECB-8577-CB40D796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288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WEBCAM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3D1B7-0C35-4FE0-AC09-930CDBB7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45910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7F603-585E-464D-9D38-5BCF24C5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099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B45"/>
          </a:solidFill>
          <a:ln xmlns:a="http://schemas.openxmlformats.org/drawingml/2006/main" w="19050">
            <a:solidFill>
              <a:srgbClr val="00A8CC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52cca5a9c4e72">
            <a:extLst>
              <a:ext uri="{96DAC541-7B7A-43D3-8B79-37D633B846F1}">
                <asvg:svgBlip xmlns:asvg="http://schemas.microsoft.com/office/drawing/2016/SVG/main" r:embed="R4718520f5b5c4f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52750" y="33337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A204C-CA09-4FD4-88E5-FBB35C99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1962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D8EFF">
              <a:alpha val="12549"/>
            </a:srgbClr>
          </a:solidFill>
          <a:ln xmlns:a="http://schemas.openxmlformats.org/drawingml/2006/main" w="9525">
            <a:solidFill>
              <a:srgbClr val="4D8EFF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0e8fd78274282">
            <a:extLst>
              <a:ext uri="{96DAC541-7B7A-43D3-8B79-37D633B846F1}">
                <asvg:svgBlip xmlns:asvg="http://schemas.microsoft.com/office/drawing/2016/SVG/main" r:embed="R00267ade7c8141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47625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F0FFB-FB74-47E5-A5E1-93D238EB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52975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1. Enumerate devices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7FA9E-95A9-4908-910E-6D61B186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86300"/>
            <a:ext cx="21717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D5F3">
              <a:alpha val="12549"/>
            </a:srgbClr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6dacbe5f14a50">
            <a:extLst>
              <a:ext uri="{96DAC541-7B7A-43D3-8B79-37D633B846F1}">
                <asvg:svgBlip xmlns:asvg="http://schemas.microsoft.com/office/drawing/2016/SVG/main" r:embed="R9759e044180c46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00400" y="47625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7EBB7-C5A8-40F4-9B7F-258AAF8B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529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2. Admin chọn camera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E52CA-597D-4E8C-AB93-8069F137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417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Start/Stop qua consent • Preview theo thiết bị đã chọn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8297D-BF94-4B10-8DF5-453A9739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41020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029d01cc54541">
            <a:extLst>
              <a:ext uri="{96DAC541-7B7A-43D3-8B79-37D633B846F1}">
                <asvg:svgBlip xmlns:asvg="http://schemas.microsoft.com/office/drawing/2016/SVG/main" r:embed="R2999d6a211ed44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34150" y="19812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8F7C62-22DD-442C-9B66-3C11AC4E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28825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KEYLOGGER LAB MODULE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9971E-E8CB-4BC5-ADF6-92C23B2F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>
              <a:alpha val="12549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b4ada90c64d79">
            <a:extLst>
              <a:ext uri="{96DAC541-7B7A-43D3-8B79-37D633B846F1}">
                <asvg:svgBlip xmlns:asvg="http://schemas.microsoft.com/office/drawing/2016/SVG/main" r:embed="Ra07ee2e7430645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77025" y="2790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C8CD85-1001-464D-A145-E9AABA3F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Consent tại máy Client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D02075-70B1-4BEE-BAA6-EDF60857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5C">
              <a:alpha val="12549"/>
            </a:srgbClr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201254e6f4953">
            <a:extLst>
              <a:ext uri="{96DAC541-7B7A-43D3-8B79-37D633B846F1}">
                <asvg:svgBlip xmlns:asvg="http://schemas.microsoft.com/office/drawing/2016/SVG/main" r:embed="Rad22f03f28b646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77025" y="3419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337825-6A98-4414-AFDB-8E9512F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09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TTL giới hạn phiên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973E71-992B-48CC-A94B-4EF53380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77">
              <a:alpha val="12549"/>
            </a:srgbClr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c239a815b4d5e">
            <a:extLst>
              <a:ext uri="{96DAC541-7B7A-43D3-8B79-37D633B846F1}">
                <asvg:svgBlip xmlns:asvg="http://schemas.microsoft.com/office/drawing/2016/SVG/main" r:embed="Ra298ce3e87774e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77025" y="40481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DDBAD0-1B0B-411B-AE76-D72D4CDA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386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Nút Stop rõ ràng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3BE1D2-B313-4985-9D96-17BD0553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D5F3">
              <a:alpha val="12549"/>
            </a:srgbClr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e6ef05ad54439">
            <a:extLst>
              <a:ext uri="{96DAC541-7B7A-43D3-8B79-37D633B846F1}">
                <asvg:svgBlip xmlns:asvg="http://schemas.microsoft.com/office/drawing/2016/SVG/main" r:embed="R33e2fb3b2e7f4e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77025" y="4676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67BD18-D835-491C-8D0A-34320383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672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Không stealth, không chạy ngầm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A68B33-E48F-4EC7-86B5-EF152D86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95900"/>
            <a:ext cx="4610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A1720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30801D-1C25-4589-9A48-E7BD5AAD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81625"/>
            <a:ext cx="430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57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6577"/>
                </a:solidFill>
                <a:latin typeface="Aptos Display"/>
                <a:ea typeface="Aptos Display"/>
                <a:cs typeface="Aptos Display"/>
              </a:rPr>
              <a:t>LAB ONLY • VISIBLE • AUDITABLE</a:t>
            </a:r>
          </a:p>
        </p:txBody>
      </p:sp>
    </p:spTree>
    <p:extLst>
      <p:ext uri="{BB962C8B-B14F-4D97-AF65-F5344CB8AC3E}">
        <p14:creationId xmlns:p14="http://schemas.microsoft.com/office/powerpoint/2010/main" val="7590276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D97D6A-210A-4931-A726-B3FB4BB0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BD359-9F0F-4503-B51F-17AED1A2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TELEPC • ĐỒ ÁN TỐT NGHIỆP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DED86-1869-47FE-8ED2-310FB7B5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Audit log nối mọi quyết định thành một dấu vết có thể kiểm tra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A266A-658E-40FB-A841-69E324C4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A206D-7A88-4643-AE2D-3931402B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388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CF050-608B-4765-8A02-EAB0D808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152650"/>
            <a:ext cx="714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2B4A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2EC48-183D-4F14-B13F-D3222196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657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4D8EFF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d7cb57ac84911">
            <a:extLst>
              <a:ext uri="{96DAC541-7B7A-43D3-8B79-37D633B846F1}">
                <asvg:svgBlip xmlns:asvg="http://schemas.microsoft.com/office/drawing/2016/SVG/main" r:embed="Rc55881b2c7d441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9650" y="20383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843FB-F14E-4376-9272-FDF1EB94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F6FB6-3018-443D-8AB3-013B860C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52650"/>
            <a:ext cx="714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2B4A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6EE1C-1022-4C84-9E75-7A0C2D1A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09750"/>
            <a:ext cx="1657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7c45c51ca4841">
            <a:extLst>
              <a:ext uri="{96DAC541-7B7A-43D3-8B79-37D633B846F1}">
                <asvg:svgBlip xmlns:asvg="http://schemas.microsoft.com/office/drawing/2016/SVG/main" r:embed="Rad7b4b4587ba45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24275" y="20383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EC682-8F02-4B3B-A7E9-4B69D095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764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APPROVED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BCCC0-F394-4645-BE78-E2705087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52650"/>
            <a:ext cx="714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2B4A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0BF98-F5DA-4A15-ABAD-FDEE929B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1657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dae54668a4b0f">
            <a:extLst>
              <a:ext uri="{96DAC541-7B7A-43D3-8B79-37D633B846F1}">
                <asvg:svgBlip xmlns:asvg="http://schemas.microsoft.com/office/drawing/2016/SVG/main" r:embed="Rb6d9dc3ec65c43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38900" y="20383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77BCE-934D-4B1D-8522-4A490C4D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764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EXECUTED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7FFCE0-2B1B-432B-8861-43B302F1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09750"/>
            <a:ext cx="1657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00fe3c4f64902">
            <a:extLst>
              <a:ext uri="{96DAC541-7B7A-43D3-8B79-37D633B846F1}">
                <asvg:svgBlip xmlns:asvg="http://schemas.microsoft.com/office/drawing/2016/SVG/main" r:embed="R51b7a772fddb40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53525" y="20383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CC8F6-A2F0-4969-BB49-3508AAB8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764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FAILED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32C87-01E8-4DFB-82D4-20F92D8A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098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rPr>
              <a:t>Nhánh khác: DENIED hoặc TIMEOUT kết thúc lệnh trước khi thực thi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F1900F-C7C7-42CA-98CD-52B5A0FF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9185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412C9-ACB4-4FCA-97E2-4077E422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AUDIT 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53604-BD99-4D19-B170-23E561A5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37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80544-1746-44DA-9361-06E24790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43350"/>
            <a:ext cx="1238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D0D1AF-1166-4427-A9A5-29B7E8E4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481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6F39F2-7683-416E-A505-90F2A616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943350"/>
            <a:ext cx="1733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Machine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70D578-C8D8-425E-A7DF-4AD2DA23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481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F3989B-7199-46C2-822B-CBDB9D7B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943350"/>
            <a:ext cx="1962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B3F786-AC9D-4E44-AA01-9AEFF942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5B128C-DBE5-40D4-A46B-0BE4A9D3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43350"/>
            <a:ext cx="1733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Decision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6DB4ED-F132-41D6-B764-8AB78C0B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481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51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A359FC-34CE-4E90-8DFC-6025F0C7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43350"/>
            <a:ext cx="26289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Result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C46E65-AE7C-473E-B682-7741EA03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371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144937-881F-427C-8C94-643F5234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352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09:14:02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E0E0B4-88CC-4113-BBFC-369EAF4E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10050"/>
            <a:ext cx="1866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495116-2CC6-45E9-9B0D-6638E76C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352925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LAB-PC-01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A586F7-43BA-4538-84AD-C9336DDB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10050"/>
            <a:ext cx="2095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96BC09-03B0-4FED-97DF-0BABAAE7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352925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screen/start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4353C9-0001-4147-966C-8E34E545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0050"/>
            <a:ext cx="1866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2D8FEE-92A7-4048-AD3B-C1144D7B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52925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APPROVED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331AAD-9C90-4788-ACB5-BC446C94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10050"/>
            <a:ext cx="2762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AE1A2A-4E46-4EDA-9790-0DA120E7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52925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executed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F89738-81E0-417A-BF70-4214E86D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1371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B79507-8115-450A-A091-8961F95E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8196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09:16:31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82CD24-4562-4C33-A8AB-0ADFF23C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76775"/>
            <a:ext cx="1866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071E8C-D816-4780-A5C8-D982F99B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8196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LAB-PC-01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FB806F-1660-4C6B-86D8-62158895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76775"/>
            <a:ext cx="2095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2E620A-D532-495E-9F4D-D999BC1C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8196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process/kill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587BC5-AEED-4787-B035-A6C335F5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76775"/>
            <a:ext cx="1866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A17721-3DDF-445F-A684-4CCB8D9D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196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657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6577"/>
                </a:solidFill>
                <a:latin typeface="Aptos Display"/>
                <a:ea typeface="Aptos Display"/>
                <a:cs typeface="Aptos Display"/>
              </a:rPr>
              <a:t>DENIED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8E77EB-98CD-40C3-91DD-05956620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76775"/>
            <a:ext cx="2762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A00CCD-77DC-41D8-A3E7-14E1449D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81965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8F2464-28E8-4CB4-9D4A-3ADDDA9B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371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3BD8B2-BB33-4406-BE7E-EC2FD09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2863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09:18:44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A2263C-7ED0-4D3B-81B7-0D141E88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43500"/>
            <a:ext cx="1866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FCB6CA-3D7C-47B7-8A48-6CF5A910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286375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LAB-PC-02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71465A-EDBE-4EEE-B5A8-568B7ECE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43500"/>
            <a:ext cx="2095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9F8A8A-DEEE-452F-937D-B3820B34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286375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power/restart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28432A-3D30-44E6-ABF8-1333F7F2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43500"/>
            <a:ext cx="1866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94D6CE-69D2-4244-9397-E7A1C786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286375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rPr>
              <a:t>TIMEOUT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BD8364-31C2-4709-B98F-5957C089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43500"/>
            <a:ext cx="2762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2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BA36016-86C2-4C99-B16B-15B8508B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286375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not executed</a:t>
            </a:r>
          </a:p>
        </p:txBody>
      </p:sp>
    </p:spTree>
    <p:extLst>
      <p:ext uri="{BB962C8B-B14F-4D97-AF65-F5344CB8AC3E}">
        <p14:creationId xmlns:p14="http://schemas.microsoft.com/office/powerpoint/2010/main" val="4233960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CF8D0-00F0-4BA7-921C-FDE6F2F4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9A79A-9DE2-4687-8A3B-F3A7ADC5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TELEPC • ĐỒ ÁN TỐT NGHIỆP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97439-82D7-47F8-9ED0-916F0D03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Automated gates đều xanh, điểm hiện tại dừng ở 96/100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5EE27-0D4D-4440-A478-16C71C04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EB397-1648-485A-B5E9-3C7A3936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388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EE52A-3CE0-4A79-96CD-0A680130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0462F-ECEB-4242-A742-FB8D9377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2647950" cy="2647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95250">
            <a:solidFill>
              <a:srgbClr val="23D5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ADA2B-FD0A-489D-8E3C-0C5ADB07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96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00C28-224E-479D-8A1E-AC83B048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/100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A9546-393B-458F-8150-5E2D1A53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952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9D98A">
              <a:alpha val="12549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7C4D6-C4A6-4740-A55B-C3B9D36C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64D2A-B918-4211-8F9D-1B884B59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7672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4F559-908B-4224-8DC7-4A92CA35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3067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rPr>
              <a:t>Còn thiếu bằng chứng physical Windows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4BB68-9668-4476-87F3-4E499B34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695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6BB53-9B23-4C41-AB85-6744BCCD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df57cb15c422f">
            <a:extLst>
              <a:ext uri="{96DAC541-7B7A-43D3-8B79-37D633B846F1}">
                <asvg:svgBlip xmlns:asvg="http://schemas.microsoft.com/office/drawing/2016/SVG/main" r:embed="Rd5afa32ae1e743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95850" y="18478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E2FBC-983F-4486-B5CE-072D64BD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669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compileall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42BF5-DE36-4D45-9763-AEFA9F4E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86690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9D98A">
              <a:alpha val="12549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C11AF-AD1F-4996-B175-CFA3D0E3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95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CD008-85DE-4A9A-9B75-2AF63A78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91452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65571-6A10-4F84-AAD1-D599B7F5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695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DD73C4-796C-42B2-A683-0EDA45AC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e2ca1be2b4cf4">
            <a:extLst>
              <a:ext uri="{96DAC541-7B7A-43D3-8B79-37D633B846F1}">
                <asvg:svgBlip xmlns:asvg="http://schemas.microsoft.com/office/drawing/2016/SVG/main" r:embed="Rc15068021ba84d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95850" y="26289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92F91A-4FF2-42DE-9320-BC743118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47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Ruff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BCD21-391C-428B-9E53-9F3762B3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479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9D98A">
              <a:alpha val="12549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B8F3D-1336-4BF5-8E80-E3A5D0A3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10B6CE-520B-4936-9803-5B4BC28A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6955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D9FB7B-C388-42B2-A2AF-451FE2A5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57550"/>
            <a:ext cx="695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0115F4-EB89-4A44-AEF6-FACEB301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575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fd891a2394ba1">
            <a:extLst>
              <a:ext uri="{96DAC541-7B7A-43D3-8B79-37D633B846F1}">
                <asvg:svgBlip xmlns:asvg="http://schemas.microsoft.com/office/drawing/2016/SVG/main" r:embed="R70d1400ece5e4d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95850" y="34099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8C00E1-69DF-4084-A0D2-FAFF7B67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29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pytest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6BD856-755D-4CE9-9337-A8F135CF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42900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9D98A">
              <a:alpha val="12549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1FB652-1525-464A-9B48-5C5845FE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14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5785F3-D3D8-4176-9259-ED396A57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7662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147+ passed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EB646A-9FB8-4062-9F3E-2F97FEED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695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C78130-A843-469D-BA0E-F0BD3E34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cc396e84b4555">
            <a:extLst>
              <a:ext uri="{96DAC541-7B7A-43D3-8B79-37D633B846F1}">
                <asvg:svgBlip xmlns:asvg="http://schemas.microsoft.com/office/drawing/2016/SVG/main" r:embed="R17e867e8a36e43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95850" y="4191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6CF5F8-0D72-49AE-B3BB-CEE71D0E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1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Smoke test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C5D357-FAF4-401C-A2D6-E46E045D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100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9D98A">
              <a:alpha val="12549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EF98C0-23CE-434F-9A46-634DAA93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95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A970A9-7C61-4981-9BD3-6C714722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2576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PASS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880894-74FA-4D1D-B7DC-3104F173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19650"/>
            <a:ext cx="695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9F4A9D-9E64-4B9B-BCBB-A60E4158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196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71ade39904861">
            <a:extLst>
              <a:ext uri="{96DAC541-7B7A-43D3-8B79-37D633B846F1}">
                <asvg:svgBlip xmlns:asvg="http://schemas.microsoft.com/office/drawing/2016/SVG/main" r:embed="Ra5aa11090e6743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95850" y="49720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03FC92-709F-4C5E-8E1B-6ACA7D6D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91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EXE build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47622E-9DB2-4C05-A989-A7C28D50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99110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9D98A">
              <a:alpha val="12549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9CCFF4-8176-4EB8-A695-EADFA63B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076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4BFDF3-7226-4E60-BBDE-3FDF489A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03872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9D98A"/>
                </a:solidFill>
                <a:latin typeface="Aptos Display"/>
                <a:ea typeface="Aptos Display"/>
                <a:cs typeface="Aptos Display"/>
              </a:rPr>
              <a:t>PASS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81A1E8-833C-4294-A96B-46D8E6A3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10250"/>
            <a:ext cx="3143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D5F3">
              <a:alpha val="12549"/>
            </a:srgbClr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bbb1d8a9e4413">
            <a:extLst>
              <a:ext uri="{96DAC541-7B7A-43D3-8B79-37D633B846F1}">
                <asvg:svgBlip xmlns:asvg="http://schemas.microsoft.com/office/drawing/2016/SVG/main" r:embed="R14f131ef7b0045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0" y="58864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7F149A-1997-47FB-A9AB-3259CE3B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76925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Current local suite: 218 passed</a:t>
            </a:r>
          </a:p>
        </p:txBody>
      </p:sp>
    </p:spTree>
    <p:extLst>
      <p:ext uri="{BB962C8B-B14F-4D97-AF65-F5344CB8AC3E}">
        <p14:creationId xmlns:p14="http://schemas.microsoft.com/office/powerpoint/2010/main" val="19605538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239B18-1825-455D-B4F6-B8B6ED9B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6657B-F92F-4753-9E83-BF598950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TELEPC • ĐỒ ÁN TỐT NGHIỆP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48C2C-50BC-4F29-8324-1DB56C39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TelePC đã sẵn sàng cho demo thật trên Windows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4214E-5E38-425D-BA2A-718164A4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9A381-8750-4B19-817A-D9831979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388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9BDD0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AA3FA-6995-4EE5-9564-0B1E7F2A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905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02740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7508D-5578-4858-AC55-9C4FA3FA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KẾT QUẢ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E6279-BF21-4AB4-8CE5-F95106BD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D5F3">
              <a:alpha val="12549"/>
            </a:srgbClr>
          </a:solidFill>
          <a:ln xmlns:a="http://schemas.openxmlformats.org/drawingml/2006/main" w="9525">
            <a:solidFill>
              <a:srgbClr val="23D5F3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3cfe8ce584d0c">
            <a:extLst>
              <a:ext uri="{96DAC541-7B7A-43D3-8B79-37D633B846F1}">
                <asvg:svgBlip xmlns:asvg="http://schemas.microsoft.com/office/drawing/2016/SVG/main" r:embed="Rbad87f2df76944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9650" y="24765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FA6FE-BEB4-49EF-85FF-716D4DEB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7650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Điều khiển realtime qua 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DF2A4-ABF2-46F5-B74A-B708613A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>
              <a:alpha val="12549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2acf370464983">
            <a:extLst>
              <a:ext uri="{96DAC541-7B7A-43D3-8B79-37D633B846F1}">
                <asvg:svgBlip xmlns:asvg="http://schemas.microsoft.com/office/drawing/2016/SVG/main" r:embed="R4744341aff434b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9650" y="31432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EBB3F-4377-4027-8F7F-7DF52A5C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432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Consent nhìn thấy tại 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20633-100D-4712-A424-0A7F1A66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EFF">
              <a:alpha val="12549"/>
            </a:srgbClr>
          </a:solidFill>
          <a:ln xmlns:a="http://schemas.openxmlformats.org/drawingml/2006/main" w="9525">
            <a:solidFill>
              <a:srgbClr val="4D8EFF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81a9edb8148a6">
            <a:extLst>
              <a:ext uri="{96DAC541-7B7A-43D3-8B79-37D633B846F1}">
                <asvg:svgBlip xmlns:asvg="http://schemas.microsoft.com/office/drawing/2016/SVG/main" r:embed="R2380e705e64a43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9650" y="38100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EDB5F-DBA3-47D5-BD31-96B950F1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Whitelist ứng dụng và 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87726-FAC2-4BFE-A23B-49D00633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5C">
              <a:alpha val="12549"/>
            </a:srgbClr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23fff0ceb469b">
            <a:extLst>
              <a:ext uri="{96DAC541-7B7A-43D3-8B79-37D633B846F1}">
                <asvg:svgBlip xmlns:asvg="http://schemas.microsoft.com/office/drawing/2016/SVG/main" r:embed="Ree708168aeb647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9650" y="4476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9361D-4C0D-4403-98D4-7C9AA294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767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Audit đầy đủ vòng đời lệnh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95C12-756F-431F-8005-E43A7EA4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19250"/>
            <a:ext cx="47053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0A2A42"/>
          </a:solidFill>
          <a:ln xmlns:a="http://schemas.openxmlformats.org/drawingml/2006/main" w="14288">
            <a:solidFill>
              <a:srgbClr val="23D5F3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61db6cd474365">
            <a:extLst>
              <a:ext uri="{96DAC541-7B7A-43D3-8B79-37D633B846F1}">
                <asvg:svgBlip xmlns:asvg="http://schemas.microsoft.com/office/drawing/2016/SVG/main" r:embed="R519ef2f3b4e04b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58050" y="196215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AD18E-FFDB-4F40-88CE-5918E96A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383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BƯỚC CUỐI ĐỂ ĐẠT 100/100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A8F32-8DD6-4A44-8736-56956CE2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09850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C8A92-5D22-48B1-8915-E4F8893C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76550"/>
            <a:ext cx="3943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DD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DD0"/>
                </a:solidFill>
                <a:latin typeface="Aptos"/>
                <a:ea typeface="Aptos"/>
                <a:cs typeface="Aptos"/>
              </a:rPr>
              <a:t>Chạy physical validation trên máy Windows thật và lưu đủ evidence.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B93271-3C27-44AC-BF3C-EA467412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33800"/>
            <a:ext cx="39433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9525">
            <a:solidFill>
              <a:srgbClr val="2B4A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892353-6CF1-4A7F-BA78-4A3A0982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43350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powershell -ExecutionPolicy Bypass -File</a:t>
            </a:r>
          </a:p>
          <a:p xmlns:a="http://schemas.openxmlformats.org/drawingml/2006/main">
            <a:pPr algn="ctr">
              <a:defRPr sz="120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3D5F3"/>
                </a:solidFill>
                <a:latin typeface="Aptos Display"/>
                <a:ea typeface="Aptos Display"/>
                <a:cs typeface="Aptos Display"/>
              </a:rPr>
              <a:t>scripts/run_physical_lab_validation.ps1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A43E0D-BE27-4599-A2F0-3F5D5845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91490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CA5C">
              <a:alpha val="12549"/>
            </a:srgbClr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9FA193-C7F9-40A9-9886-FAD2C11B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000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A21E12-017B-45A9-95EA-C033829F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625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rPr>
              <a:t>NEXT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5A20D5-EAE8-4448-965A-1396E316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2455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KẾT NỐI • ĐỒNG THUẬN • TRUY VẾT</a:t>
            </a:r>
          </a:p>
        </p:txBody>
      </p:sp>
    </p:spTree>
    <p:extLst>
      <p:ext uri="{BB962C8B-B14F-4D97-AF65-F5344CB8AC3E}">
        <p14:creationId xmlns:p14="http://schemas.microsoft.com/office/powerpoint/2010/main" val="1749083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2026-07-05T10:35:43.3890000Z</dcterms:created>
  <dcterms:modified xsi:type="dcterms:W3CDTF">2026-07-05T10:35:43.3890000Z</dcterms:modified>
</coreProperties>
</file>